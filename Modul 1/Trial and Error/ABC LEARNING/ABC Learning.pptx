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6" r:id="rId7"/>
    <p:sldId id="262" r:id="rId8"/>
    <p:sldId id="263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5F726-BE73-4B7E-A8E1-4ECE05E345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33A39F-64DE-43C4-AD11-D7B76DF3C0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C97CB-E83E-4693-8B4B-D31B6F64B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88F51-A0FA-4BE7-BD6F-3B4E9EB49774}" type="datetimeFigureOut">
              <a:rPr lang="en-ID" smtClean="0"/>
              <a:t>06/04/2022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110E8-84F4-41F3-AA7D-11DE4FBD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A2E22-E27B-4787-B4A8-464AFEC2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D12B-D010-472C-BAEC-0C0027FEAF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2075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31B23-D496-49B6-AF51-5A98F1649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02A48-D828-4B85-A98E-4821DFD5C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4591F-39D8-4B6E-B1BB-2214EDB8B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88F51-A0FA-4BE7-BD6F-3B4E9EB49774}" type="datetimeFigureOut">
              <a:rPr lang="en-ID" smtClean="0"/>
              <a:t>06/04/2022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0BD52-E7F3-4A0D-A2E5-020609BB6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602EB-C172-4E57-B83C-C2936E562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D12B-D010-472C-BAEC-0C0027FEAF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49977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542AD-FC46-4823-9D10-38FE9336A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FBDBF-4B3E-49F2-828E-9986E6339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82386-A4DB-46C5-B619-28F889915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88F51-A0FA-4BE7-BD6F-3B4E9EB49774}" type="datetimeFigureOut">
              <a:rPr lang="en-ID" smtClean="0"/>
              <a:t>06/04/2022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E0DF2-E2AD-4104-B790-CCF2939D2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5D806-9658-49AF-92A7-C9AC8F840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D12B-D010-472C-BAEC-0C0027FEAF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98929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7946E-8317-4F95-8410-21C82EE85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C9CD9-B1D9-45F4-8199-0DF69FD083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BFF412-95D8-4A17-B65A-C4C322C53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3038F-6CBA-4B3A-8C0B-BD842DB8F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88F51-A0FA-4BE7-BD6F-3B4E9EB49774}" type="datetimeFigureOut">
              <a:rPr lang="en-ID" smtClean="0"/>
              <a:t>06/04/2022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AE2AF-33C9-4D42-BF2D-E0606A926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2B888-1CD0-4954-A8BB-F45CBF9D7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D12B-D010-472C-BAEC-0C0027FEAF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77462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143A5-1842-4DA2-94DA-B4C74F657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A5D10-CBE9-4C87-A117-EB9CB25C7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90612-6EA3-40A0-97B8-813A86128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EB09B1-214D-4A72-AD06-73901C55D9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9B5ED6-0A8D-43AA-BE2B-3984B1A437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A0C4-F3F9-4F42-85EF-BDAB7CC07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88F51-A0FA-4BE7-BD6F-3B4E9EB49774}" type="datetimeFigureOut">
              <a:rPr lang="en-ID" smtClean="0"/>
              <a:t>06/04/2022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F66123-FFD0-4763-8018-56EBAB37D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94F9A1-7FA3-4813-B2B1-27680C849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D12B-D010-472C-BAEC-0C0027FEAF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12465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50D7-16BE-4A5D-B14D-1E07B0630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BB41CB-F9AC-4B96-A0A3-EE2490B78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88F51-A0FA-4BE7-BD6F-3B4E9EB49774}" type="datetimeFigureOut">
              <a:rPr lang="en-ID" smtClean="0"/>
              <a:t>06/04/2022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E4A83C-5218-44A9-AC51-596CE8E9D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F34BE-4795-4E89-A7C8-043F6BE14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D12B-D010-472C-BAEC-0C0027FEAF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84879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D51853-5B73-45A8-9D67-0DB5457E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88F51-A0FA-4BE7-BD6F-3B4E9EB49774}" type="datetimeFigureOut">
              <a:rPr lang="en-ID" smtClean="0"/>
              <a:t>06/04/2022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87632F-2968-4165-B3E9-38D2F7836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10D9C-AD51-4B7D-9A4B-AADF7517F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D12B-D010-472C-BAEC-0C0027FEAF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855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679C4-BE7B-4EA7-8CAC-95F7EC03D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E78C0-2C4F-483D-919C-38AB8E2E5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49D888-1EFE-4924-9025-B5E4F4278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09E35-ADC8-4F9C-8C01-462EFDBDC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88F51-A0FA-4BE7-BD6F-3B4E9EB49774}" type="datetimeFigureOut">
              <a:rPr lang="en-ID" smtClean="0"/>
              <a:t>06/04/2022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0343A-2870-4C2E-87EE-B7790E961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85907-22B9-4D79-AB91-39ED6B7A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D12B-D010-472C-BAEC-0C0027FEAF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0901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3E436-43C8-41EE-9741-EDDFA3CD8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D025E2-8E2E-4946-B151-209654BB8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7EFAF6-22C1-46E9-88D3-B75F32D35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3A3C5-5C6B-4320-A639-F4E033865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88F51-A0FA-4BE7-BD6F-3B4E9EB49774}" type="datetimeFigureOut">
              <a:rPr lang="en-ID" smtClean="0"/>
              <a:t>06/04/2022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67593-F4D0-47EC-9DB8-5C99D100C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61AFA-F2F0-46C9-8BF0-4BBB09E7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D12B-D010-472C-BAEC-0C0027FEAF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25369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1244C-0C12-4B35-96B8-44C237525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950C0-A67F-49A1-B053-5844E209F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9B9FB-9F41-4764-8377-414DC0A3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88F51-A0FA-4BE7-BD6F-3B4E9EB49774}" type="datetimeFigureOut">
              <a:rPr lang="en-ID" smtClean="0"/>
              <a:t>06/04/2022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F4CEF-5064-4446-9C22-549EBAC8C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943C9-4CFD-447E-8B68-C5466174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D12B-D010-472C-BAEC-0C0027FEAF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09673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1B95DC-F130-4639-8516-A382689ADC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210B38-AE15-47CE-AE0F-F93ADA9B5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A2E16-A162-4371-BC33-036307AF0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88F51-A0FA-4BE7-BD6F-3B4E9EB49774}" type="datetimeFigureOut">
              <a:rPr lang="en-ID" smtClean="0"/>
              <a:t>06/04/2022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EC071-4F4C-486F-8680-57660D9BE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F048D-02BD-4335-8882-0A607D93F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FD12B-D010-472C-BAEC-0C0027FEAF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33909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86F200-7482-40A7-B4D0-D622BE57D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2B84B-42BC-414A-8E60-0B108DB0B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58FC4-C3D8-47D3-8B31-614215FDDA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88F51-A0FA-4BE7-BD6F-3B4E9EB49774}" type="datetimeFigureOut">
              <a:rPr lang="en-ID" smtClean="0"/>
              <a:t>06/04/2022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85129-0C21-435E-A3E7-E14F18F596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59B4E-75E4-4CB1-9A5D-204EC7FE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FD12B-D010-472C-BAEC-0C0027FEAF3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79215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8.xml"/><Relationship Id="rId1" Type="http://schemas.openxmlformats.org/officeDocument/2006/relationships/slideLayout" Target="../slideLayouts/slideLayout1.xml"/><Relationship Id="rId5" Type="http://schemas.openxmlformats.org/officeDocument/2006/relationships/slide" Target="slide6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E8571D-8054-44CE-9BF5-8B3A856FB45F}"/>
              </a:ext>
            </a:extLst>
          </p:cNvPr>
          <p:cNvSpPr/>
          <p:nvPr/>
        </p:nvSpPr>
        <p:spPr>
          <a:xfrm>
            <a:off x="478971" y="310289"/>
            <a:ext cx="1184366" cy="11321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8BA5-3010-4F4F-AC6B-63E6BF27D54F}"/>
              </a:ext>
            </a:extLst>
          </p:cNvPr>
          <p:cNvSpPr txBox="1"/>
          <p:nvPr/>
        </p:nvSpPr>
        <p:spPr>
          <a:xfrm>
            <a:off x="2111392" y="613651"/>
            <a:ext cx="3788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ABC LEARNING CENTER</a:t>
            </a:r>
            <a:endParaRPr lang="en-ID" sz="28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00750B-F407-4548-A612-1086EF7DFDC8}"/>
              </a:ext>
            </a:extLst>
          </p:cNvPr>
          <p:cNvSpPr/>
          <p:nvPr/>
        </p:nvSpPr>
        <p:spPr>
          <a:xfrm>
            <a:off x="156748" y="1631425"/>
            <a:ext cx="3030583" cy="52110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8E414B7-356D-47D4-80CC-9F28850038FA}"/>
              </a:ext>
            </a:extLst>
          </p:cNvPr>
          <p:cNvSpPr/>
          <p:nvPr/>
        </p:nvSpPr>
        <p:spPr>
          <a:xfrm>
            <a:off x="753288" y="1891847"/>
            <a:ext cx="1820091" cy="5138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HOME</a:t>
            </a:r>
            <a:endParaRPr lang="en-ID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B7DDF9-CDEF-4A05-B9AC-2B184F30CB56}"/>
              </a:ext>
            </a:extLst>
          </p:cNvPr>
          <p:cNvSpPr/>
          <p:nvPr/>
        </p:nvSpPr>
        <p:spPr>
          <a:xfrm>
            <a:off x="3483424" y="1510897"/>
            <a:ext cx="8447314" cy="26415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PICTURE ABOUT ABC LEARNING CENTER</a:t>
            </a:r>
            <a:endParaRPr lang="en-ID" dirty="0"/>
          </a:p>
        </p:txBody>
      </p:sp>
      <p:sp>
        <p:nvSpPr>
          <p:cNvPr id="11" name="Rectangle: Rounded Corners 10">
            <a:hlinkClick r:id="rId2" action="ppaction://hlinksldjump"/>
            <a:extLst>
              <a:ext uri="{FF2B5EF4-FFF2-40B4-BE49-F238E27FC236}">
                <a16:creationId xmlns:a16="http://schemas.microsoft.com/office/drawing/2014/main" id="{55F58224-7B14-4694-AE9A-2DB7E9C6F1E8}"/>
              </a:ext>
            </a:extLst>
          </p:cNvPr>
          <p:cNvSpPr/>
          <p:nvPr/>
        </p:nvSpPr>
        <p:spPr>
          <a:xfrm>
            <a:off x="761995" y="3521891"/>
            <a:ext cx="1820091" cy="5138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COURSE</a:t>
            </a:r>
            <a:endParaRPr lang="en-ID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4117A28-8022-4703-B72D-57B62D6FB0EB}"/>
              </a:ext>
            </a:extLst>
          </p:cNvPr>
          <p:cNvSpPr/>
          <p:nvPr/>
        </p:nvSpPr>
        <p:spPr>
          <a:xfrm>
            <a:off x="753287" y="5387692"/>
            <a:ext cx="1820091" cy="5138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About Us</a:t>
            </a:r>
            <a:endParaRPr lang="en-ID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3FE0AA-F7D1-4215-973F-9456EB9077CD}"/>
              </a:ext>
            </a:extLst>
          </p:cNvPr>
          <p:cNvSpPr/>
          <p:nvPr/>
        </p:nvSpPr>
        <p:spPr>
          <a:xfrm>
            <a:off x="10162903" y="613651"/>
            <a:ext cx="1550126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Sign Up</a:t>
            </a:r>
            <a:endParaRPr lang="en-ID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6FB159-6B35-42CF-AF21-30B8D0C6D0A4}"/>
              </a:ext>
            </a:extLst>
          </p:cNvPr>
          <p:cNvSpPr/>
          <p:nvPr/>
        </p:nvSpPr>
        <p:spPr>
          <a:xfrm>
            <a:off x="7933508" y="4431937"/>
            <a:ext cx="4101738" cy="223883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8AB300-75F9-4FEA-B407-F8A6E821CF35}"/>
              </a:ext>
            </a:extLst>
          </p:cNvPr>
          <p:cNvSpPr txBox="1"/>
          <p:nvPr/>
        </p:nvSpPr>
        <p:spPr>
          <a:xfrm>
            <a:off x="7916086" y="4431936"/>
            <a:ext cx="1253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Testimonial</a:t>
            </a:r>
            <a:endParaRPr lang="en-ID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E7132F-A3E3-4537-91D6-16B474F0F9DA}"/>
              </a:ext>
            </a:extLst>
          </p:cNvPr>
          <p:cNvSpPr/>
          <p:nvPr/>
        </p:nvSpPr>
        <p:spPr>
          <a:xfrm>
            <a:off x="8038011" y="4801268"/>
            <a:ext cx="1576252" cy="15936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CD61DF-D7DA-4487-B3B4-464F3B7EE1A1}"/>
              </a:ext>
            </a:extLst>
          </p:cNvPr>
          <p:cNvSpPr txBox="1"/>
          <p:nvPr/>
        </p:nvSpPr>
        <p:spPr>
          <a:xfrm>
            <a:off x="9823268" y="4475604"/>
            <a:ext cx="204433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b="0" i="0" dirty="0">
                <a:effectLst/>
                <a:latin typeface="Mercury SSm A"/>
              </a:rPr>
              <a:t>Lorem ipsum </a:t>
            </a:r>
            <a:r>
              <a:rPr lang="en-ID" sz="1400" b="0" i="0" dirty="0" err="1">
                <a:effectLst/>
                <a:latin typeface="Mercury SSm A"/>
              </a:rPr>
              <a:t>dolor</a:t>
            </a:r>
            <a:r>
              <a:rPr lang="en-ID" sz="1400" b="0" i="0" dirty="0">
                <a:effectLst/>
                <a:latin typeface="Mercury SSm A"/>
              </a:rPr>
              <a:t> sit </a:t>
            </a:r>
            <a:r>
              <a:rPr lang="en-ID" sz="1400" b="0" i="0" dirty="0" err="1">
                <a:effectLst/>
                <a:latin typeface="Mercury SSm A"/>
              </a:rPr>
              <a:t>amet</a:t>
            </a:r>
            <a:r>
              <a:rPr lang="en-ID" sz="1400" b="0" i="0" dirty="0">
                <a:effectLst/>
                <a:latin typeface="Mercury SSm A"/>
              </a:rPr>
              <a:t>, </a:t>
            </a:r>
            <a:r>
              <a:rPr lang="en-ID" sz="1400" b="0" i="0" dirty="0" err="1">
                <a:effectLst/>
                <a:latin typeface="Mercury SSm A"/>
              </a:rPr>
              <a:t>consectetur</a:t>
            </a:r>
            <a:r>
              <a:rPr lang="en-ID" sz="1400" b="0" i="0" dirty="0">
                <a:effectLst/>
                <a:latin typeface="Mercury SSm A"/>
              </a:rPr>
              <a:t> </a:t>
            </a:r>
            <a:r>
              <a:rPr lang="en-ID" sz="1400" b="0" i="0" dirty="0" err="1">
                <a:effectLst/>
                <a:latin typeface="Mercury SSm A"/>
              </a:rPr>
              <a:t>adipiscing</a:t>
            </a:r>
            <a:r>
              <a:rPr lang="en-ID" sz="1400" b="0" i="0" dirty="0">
                <a:effectLst/>
                <a:latin typeface="Mercury SSm A"/>
              </a:rPr>
              <a:t> </a:t>
            </a:r>
            <a:r>
              <a:rPr lang="en-ID" sz="1400" b="0" i="0" dirty="0" err="1">
                <a:effectLst/>
                <a:latin typeface="Mercury SSm A"/>
              </a:rPr>
              <a:t>elit</a:t>
            </a:r>
            <a:r>
              <a:rPr lang="en-ID" sz="1400" b="0" i="0" dirty="0">
                <a:effectLst/>
                <a:latin typeface="Mercury SSm A"/>
              </a:rPr>
              <a:t>, </a:t>
            </a:r>
            <a:r>
              <a:rPr lang="en-ID" sz="1400" b="0" i="0" dirty="0" err="1">
                <a:effectLst/>
                <a:latin typeface="Mercury SSm A"/>
              </a:rPr>
              <a:t>sed</a:t>
            </a:r>
            <a:r>
              <a:rPr lang="en-ID" sz="1400" b="0" i="0" dirty="0">
                <a:effectLst/>
                <a:latin typeface="Mercury SSm A"/>
              </a:rPr>
              <a:t> do </a:t>
            </a:r>
            <a:r>
              <a:rPr lang="en-ID" sz="1400" b="0" i="0" dirty="0" err="1">
                <a:effectLst/>
                <a:latin typeface="Mercury SSm A"/>
              </a:rPr>
              <a:t>eiusmod</a:t>
            </a:r>
            <a:r>
              <a:rPr lang="en-ID" sz="1400" b="0" i="0" dirty="0">
                <a:effectLst/>
                <a:latin typeface="Mercury SSm A"/>
              </a:rPr>
              <a:t> </a:t>
            </a:r>
            <a:r>
              <a:rPr lang="en-ID" sz="1400" b="0" i="0" dirty="0" err="1">
                <a:effectLst/>
                <a:latin typeface="Mercury SSm A"/>
              </a:rPr>
              <a:t>tempor</a:t>
            </a:r>
            <a:r>
              <a:rPr lang="en-ID" sz="1400" b="0" i="0" dirty="0">
                <a:effectLst/>
                <a:latin typeface="Mercury SSm A"/>
              </a:rPr>
              <a:t> </a:t>
            </a:r>
            <a:r>
              <a:rPr lang="en-ID" sz="1400" b="0" i="0" dirty="0" err="1">
                <a:effectLst/>
                <a:latin typeface="Mercury SSm A"/>
              </a:rPr>
              <a:t>incididunt</a:t>
            </a:r>
            <a:r>
              <a:rPr lang="en-ID" sz="1400" b="0" i="0" dirty="0">
                <a:effectLst/>
                <a:latin typeface="Mercury SSm A"/>
              </a:rPr>
              <a:t> </a:t>
            </a:r>
            <a:r>
              <a:rPr lang="en-ID" sz="1400" b="0" i="0" dirty="0" err="1">
                <a:effectLst/>
                <a:latin typeface="Mercury SSm A"/>
              </a:rPr>
              <a:t>ut</a:t>
            </a:r>
            <a:r>
              <a:rPr lang="en-ID" sz="1400" b="0" i="0" dirty="0">
                <a:effectLst/>
                <a:latin typeface="Mercury SSm A"/>
              </a:rPr>
              <a:t> labore et dolore magna </a:t>
            </a:r>
            <a:r>
              <a:rPr lang="en-ID" sz="1400" b="0" i="0" dirty="0" err="1">
                <a:effectLst/>
                <a:latin typeface="Mercury SSm A"/>
              </a:rPr>
              <a:t>aliqua</a:t>
            </a:r>
            <a:r>
              <a:rPr lang="en-ID" sz="1400" b="0" i="0" dirty="0">
                <a:effectLst/>
                <a:latin typeface="Mercury SSm A"/>
              </a:rPr>
              <a:t>. </a:t>
            </a:r>
          </a:p>
          <a:p>
            <a:r>
              <a:rPr lang="en-ID" sz="1400" b="0" i="0" dirty="0" err="1">
                <a:effectLst/>
                <a:latin typeface="Mercury SSm A"/>
              </a:rPr>
              <a:t>Rhoncus</a:t>
            </a:r>
            <a:r>
              <a:rPr lang="en-ID" sz="1400" b="0" i="0" dirty="0">
                <a:effectLst/>
                <a:latin typeface="Mercury SSm A"/>
              </a:rPr>
              <a:t> </a:t>
            </a:r>
            <a:r>
              <a:rPr lang="en-ID" sz="1400" b="0" i="0" dirty="0" err="1">
                <a:effectLst/>
                <a:latin typeface="Mercury SSm A"/>
              </a:rPr>
              <a:t>est</a:t>
            </a:r>
            <a:r>
              <a:rPr lang="en-ID" sz="1400" b="0" i="0" dirty="0">
                <a:effectLst/>
                <a:latin typeface="Mercury SSm A"/>
              </a:rPr>
              <a:t> </a:t>
            </a:r>
            <a:r>
              <a:rPr lang="en-ID" sz="1400" b="0" i="0" dirty="0" err="1">
                <a:effectLst/>
                <a:latin typeface="Mercury SSm A"/>
              </a:rPr>
              <a:t>pellentesque</a:t>
            </a:r>
            <a:r>
              <a:rPr lang="en-ID" sz="1400" b="0" i="0" dirty="0">
                <a:effectLst/>
                <a:latin typeface="Mercury SSm A"/>
              </a:rPr>
              <a:t> </a:t>
            </a:r>
            <a:r>
              <a:rPr lang="en-ID" sz="1400" b="0" i="0" dirty="0" err="1">
                <a:effectLst/>
                <a:latin typeface="Mercury SSm A"/>
              </a:rPr>
              <a:t>elit</a:t>
            </a:r>
            <a:r>
              <a:rPr lang="en-ID" sz="1400" b="0" i="0" dirty="0">
                <a:effectLst/>
                <a:latin typeface="Mercury SSm A"/>
              </a:rPr>
              <a:t> </a:t>
            </a:r>
            <a:r>
              <a:rPr lang="en-ID" sz="1400" b="0" i="0" dirty="0" err="1">
                <a:effectLst/>
                <a:latin typeface="Mercury SSm A"/>
              </a:rPr>
              <a:t>ullamcorper</a:t>
            </a:r>
            <a:endParaRPr lang="en-ID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B3D2E40-EED6-4485-8508-06EDFE085E77}"/>
              </a:ext>
            </a:extLst>
          </p:cNvPr>
          <p:cNvSpPr/>
          <p:nvPr/>
        </p:nvSpPr>
        <p:spPr>
          <a:xfrm>
            <a:off x="3605343" y="4428320"/>
            <a:ext cx="4101738" cy="223883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0A5EBD-8477-417A-921A-C18766C49BFC}"/>
              </a:ext>
            </a:extLst>
          </p:cNvPr>
          <p:cNvSpPr txBox="1"/>
          <p:nvPr/>
        </p:nvSpPr>
        <p:spPr>
          <a:xfrm>
            <a:off x="3587921" y="4428319"/>
            <a:ext cx="1253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Testimonial</a:t>
            </a:r>
            <a:endParaRPr lang="en-ID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3334E6-23BE-40C8-B1DD-0F8DC7393F60}"/>
              </a:ext>
            </a:extLst>
          </p:cNvPr>
          <p:cNvSpPr/>
          <p:nvPr/>
        </p:nvSpPr>
        <p:spPr>
          <a:xfrm>
            <a:off x="3709846" y="4797651"/>
            <a:ext cx="1576252" cy="15936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61E2B3-5BD5-4D65-AFEF-C337F9CCF425}"/>
              </a:ext>
            </a:extLst>
          </p:cNvPr>
          <p:cNvSpPr txBox="1"/>
          <p:nvPr/>
        </p:nvSpPr>
        <p:spPr>
          <a:xfrm>
            <a:off x="5495103" y="4471987"/>
            <a:ext cx="204433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b="0" i="0" dirty="0">
                <a:effectLst/>
                <a:latin typeface="Mercury SSm A"/>
              </a:rPr>
              <a:t>Lorem ipsum </a:t>
            </a:r>
            <a:r>
              <a:rPr lang="en-ID" sz="1400" b="0" i="0" dirty="0" err="1">
                <a:effectLst/>
                <a:latin typeface="Mercury SSm A"/>
              </a:rPr>
              <a:t>dolor</a:t>
            </a:r>
            <a:r>
              <a:rPr lang="en-ID" sz="1400" b="0" i="0" dirty="0">
                <a:effectLst/>
                <a:latin typeface="Mercury SSm A"/>
              </a:rPr>
              <a:t> sit </a:t>
            </a:r>
            <a:r>
              <a:rPr lang="en-ID" sz="1400" b="0" i="0" dirty="0" err="1">
                <a:effectLst/>
                <a:latin typeface="Mercury SSm A"/>
              </a:rPr>
              <a:t>amet</a:t>
            </a:r>
            <a:r>
              <a:rPr lang="en-ID" sz="1400" b="0" i="0" dirty="0">
                <a:effectLst/>
                <a:latin typeface="Mercury SSm A"/>
              </a:rPr>
              <a:t>, </a:t>
            </a:r>
            <a:r>
              <a:rPr lang="en-ID" sz="1400" b="0" i="0" dirty="0" err="1">
                <a:effectLst/>
                <a:latin typeface="Mercury SSm A"/>
              </a:rPr>
              <a:t>consectetur</a:t>
            </a:r>
            <a:r>
              <a:rPr lang="en-ID" sz="1400" b="0" i="0" dirty="0">
                <a:effectLst/>
                <a:latin typeface="Mercury SSm A"/>
              </a:rPr>
              <a:t> </a:t>
            </a:r>
            <a:r>
              <a:rPr lang="en-ID" sz="1400" b="0" i="0" dirty="0" err="1">
                <a:effectLst/>
                <a:latin typeface="Mercury SSm A"/>
              </a:rPr>
              <a:t>adipiscing</a:t>
            </a:r>
            <a:r>
              <a:rPr lang="en-ID" sz="1400" b="0" i="0" dirty="0">
                <a:effectLst/>
                <a:latin typeface="Mercury SSm A"/>
              </a:rPr>
              <a:t> </a:t>
            </a:r>
            <a:r>
              <a:rPr lang="en-ID" sz="1400" b="0" i="0" dirty="0" err="1">
                <a:effectLst/>
                <a:latin typeface="Mercury SSm A"/>
              </a:rPr>
              <a:t>elit</a:t>
            </a:r>
            <a:r>
              <a:rPr lang="en-ID" sz="1400" b="0" i="0" dirty="0">
                <a:effectLst/>
                <a:latin typeface="Mercury SSm A"/>
              </a:rPr>
              <a:t>, </a:t>
            </a:r>
            <a:r>
              <a:rPr lang="en-ID" sz="1400" b="0" i="0" dirty="0" err="1">
                <a:effectLst/>
                <a:latin typeface="Mercury SSm A"/>
              </a:rPr>
              <a:t>sed</a:t>
            </a:r>
            <a:r>
              <a:rPr lang="en-ID" sz="1400" b="0" i="0" dirty="0">
                <a:effectLst/>
                <a:latin typeface="Mercury SSm A"/>
              </a:rPr>
              <a:t> do </a:t>
            </a:r>
            <a:r>
              <a:rPr lang="en-ID" sz="1400" b="0" i="0" dirty="0" err="1">
                <a:effectLst/>
                <a:latin typeface="Mercury SSm A"/>
              </a:rPr>
              <a:t>eiusmod</a:t>
            </a:r>
            <a:r>
              <a:rPr lang="en-ID" sz="1400" b="0" i="0" dirty="0">
                <a:effectLst/>
                <a:latin typeface="Mercury SSm A"/>
              </a:rPr>
              <a:t> </a:t>
            </a:r>
            <a:r>
              <a:rPr lang="en-ID" sz="1400" b="0" i="0" dirty="0" err="1">
                <a:effectLst/>
                <a:latin typeface="Mercury SSm A"/>
              </a:rPr>
              <a:t>tempor</a:t>
            </a:r>
            <a:r>
              <a:rPr lang="en-ID" sz="1400" b="0" i="0" dirty="0">
                <a:effectLst/>
                <a:latin typeface="Mercury SSm A"/>
              </a:rPr>
              <a:t> </a:t>
            </a:r>
            <a:r>
              <a:rPr lang="en-ID" sz="1400" b="0" i="0" dirty="0" err="1">
                <a:effectLst/>
                <a:latin typeface="Mercury SSm A"/>
              </a:rPr>
              <a:t>incididunt</a:t>
            </a:r>
            <a:r>
              <a:rPr lang="en-ID" sz="1400" b="0" i="0" dirty="0">
                <a:effectLst/>
                <a:latin typeface="Mercury SSm A"/>
              </a:rPr>
              <a:t> </a:t>
            </a:r>
            <a:r>
              <a:rPr lang="en-ID" sz="1400" b="0" i="0" dirty="0" err="1">
                <a:effectLst/>
                <a:latin typeface="Mercury SSm A"/>
              </a:rPr>
              <a:t>ut</a:t>
            </a:r>
            <a:r>
              <a:rPr lang="en-ID" sz="1400" b="0" i="0" dirty="0">
                <a:effectLst/>
                <a:latin typeface="Mercury SSm A"/>
              </a:rPr>
              <a:t> labore et dolore magna </a:t>
            </a:r>
            <a:r>
              <a:rPr lang="en-ID" sz="1400" b="0" i="0" dirty="0" err="1">
                <a:effectLst/>
                <a:latin typeface="Mercury SSm A"/>
              </a:rPr>
              <a:t>aliqua</a:t>
            </a:r>
            <a:r>
              <a:rPr lang="en-ID" sz="1400" b="0" i="0" dirty="0">
                <a:effectLst/>
                <a:latin typeface="Mercury SSm A"/>
              </a:rPr>
              <a:t>. </a:t>
            </a:r>
          </a:p>
          <a:p>
            <a:r>
              <a:rPr lang="en-ID" sz="1400" b="0" i="0" dirty="0" err="1">
                <a:effectLst/>
                <a:latin typeface="Mercury SSm A"/>
              </a:rPr>
              <a:t>Rhoncus</a:t>
            </a:r>
            <a:r>
              <a:rPr lang="en-ID" sz="1400" b="0" i="0" dirty="0">
                <a:effectLst/>
                <a:latin typeface="Mercury SSm A"/>
              </a:rPr>
              <a:t> </a:t>
            </a:r>
            <a:r>
              <a:rPr lang="en-ID" sz="1400" b="0" i="0" dirty="0" err="1">
                <a:effectLst/>
                <a:latin typeface="Mercury SSm A"/>
              </a:rPr>
              <a:t>est</a:t>
            </a:r>
            <a:r>
              <a:rPr lang="en-ID" sz="1400" b="0" i="0" dirty="0">
                <a:effectLst/>
                <a:latin typeface="Mercury SSm A"/>
              </a:rPr>
              <a:t> </a:t>
            </a:r>
            <a:r>
              <a:rPr lang="en-ID" sz="1400" b="0" i="0" dirty="0" err="1">
                <a:effectLst/>
                <a:latin typeface="Mercury SSm A"/>
              </a:rPr>
              <a:t>pellentesque</a:t>
            </a:r>
            <a:r>
              <a:rPr lang="en-ID" sz="1400" b="0" i="0" dirty="0">
                <a:effectLst/>
                <a:latin typeface="Mercury SSm A"/>
              </a:rPr>
              <a:t> </a:t>
            </a:r>
            <a:r>
              <a:rPr lang="en-ID" sz="1400" b="0" i="0" dirty="0" err="1">
                <a:effectLst/>
                <a:latin typeface="Mercury SSm A"/>
              </a:rPr>
              <a:t>elit</a:t>
            </a:r>
            <a:r>
              <a:rPr lang="en-ID" sz="1400" b="0" i="0" dirty="0">
                <a:effectLst/>
                <a:latin typeface="Mercury SSm A"/>
              </a:rPr>
              <a:t> </a:t>
            </a:r>
            <a:r>
              <a:rPr lang="en-ID" sz="1400" b="0" i="0" dirty="0" err="1">
                <a:effectLst/>
                <a:latin typeface="Mercury SSm A"/>
              </a:rPr>
              <a:t>ullamcorper</a:t>
            </a:r>
            <a:endParaRPr lang="en-ID" sz="1400" dirty="0"/>
          </a:p>
        </p:txBody>
      </p:sp>
    </p:spTree>
    <p:extLst>
      <p:ext uri="{BB962C8B-B14F-4D97-AF65-F5344CB8AC3E}">
        <p14:creationId xmlns:p14="http://schemas.microsoft.com/office/powerpoint/2010/main" val="2019860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E8571D-8054-44CE-9BF5-8B3A856FB45F}"/>
              </a:ext>
            </a:extLst>
          </p:cNvPr>
          <p:cNvSpPr/>
          <p:nvPr/>
        </p:nvSpPr>
        <p:spPr>
          <a:xfrm>
            <a:off x="478971" y="310289"/>
            <a:ext cx="1184366" cy="11321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8BA5-3010-4F4F-AC6B-63E6BF27D54F}"/>
              </a:ext>
            </a:extLst>
          </p:cNvPr>
          <p:cNvSpPr txBox="1"/>
          <p:nvPr/>
        </p:nvSpPr>
        <p:spPr>
          <a:xfrm>
            <a:off x="2111392" y="613651"/>
            <a:ext cx="3788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ABC LEARNING CENTER</a:t>
            </a:r>
            <a:endParaRPr lang="en-ID" sz="28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48357A-F3D4-4566-ABA5-AA041FAD182C}"/>
              </a:ext>
            </a:extLst>
          </p:cNvPr>
          <p:cNvSpPr/>
          <p:nvPr/>
        </p:nvSpPr>
        <p:spPr>
          <a:xfrm>
            <a:off x="4005506" y="4645221"/>
            <a:ext cx="2807208" cy="19987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00750B-F407-4548-A612-1086EF7DFDC8}"/>
              </a:ext>
            </a:extLst>
          </p:cNvPr>
          <p:cNvSpPr/>
          <p:nvPr/>
        </p:nvSpPr>
        <p:spPr>
          <a:xfrm>
            <a:off x="156748" y="1631425"/>
            <a:ext cx="3030583" cy="52110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8E414B7-356D-47D4-80CC-9F28850038FA}"/>
              </a:ext>
            </a:extLst>
          </p:cNvPr>
          <p:cNvSpPr/>
          <p:nvPr/>
        </p:nvSpPr>
        <p:spPr>
          <a:xfrm>
            <a:off x="753288" y="1891847"/>
            <a:ext cx="1820091" cy="5138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HOME</a:t>
            </a:r>
            <a:endParaRPr lang="en-ID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F58224-7B14-4694-AE9A-2DB7E9C6F1E8}"/>
              </a:ext>
            </a:extLst>
          </p:cNvPr>
          <p:cNvSpPr/>
          <p:nvPr/>
        </p:nvSpPr>
        <p:spPr>
          <a:xfrm>
            <a:off x="761995" y="3521891"/>
            <a:ext cx="1820091" cy="5138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COURSE</a:t>
            </a:r>
            <a:endParaRPr lang="en-ID" dirty="0"/>
          </a:p>
        </p:txBody>
      </p:sp>
      <p:sp>
        <p:nvSpPr>
          <p:cNvPr id="12" name="Rectangle: Rounded Corners 11">
            <a:hlinkClick r:id="rId2" action="ppaction://hlinksldjump"/>
            <a:extLst>
              <a:ext uri="{FF2B5EF4-FFF2-40B4-BE49-F238E27FC236}">
                <a16:creationId xmlns:a16="http://schemas.microsoft.com/office/drawing/2014/main" id="{14117A28-8022-4703-B72D-57B62D6FB0EB}"/>
              </a:ext>
            </a:extLst>
          </p:cNvPr>
          <p:cNvSpPr/>
          <p:nvPr/>
        </p:nvSpPr>
        <p:spPr>
          <a:xfrm>
            <a:off x="753287" y="5387692"/>
            <a:ext cx="1820091" cy="5138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ABOUT US</a:t>
            </a:r>
            <a:endParaRPr lang="en-ID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471631-067E-4EEF-86E3-452E7BD5127A}"/>
              </a:ext>
            </a:extLst>
          </p:cNvPr>
          <p:cNvSpPr/>
          <p:nvPr/>
        </p:nvSpPr>
        <p:spPr>
          <a:xfrm>
            <a:off x="4005506" y="2371659"/>
            <a:ext cx="2807208" cy="19987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B6A77A-F02B-4339-99A1-7CA88A5CF840}"/>
              </a:ext>
            </a:extLst>
          </p:cNvPr>
          <p:cNvSpPr/>
          <p:nvPr/>
        </p:nvSpPr>
        <p:spPr>
          <a:xfrm>
            <a:off x="8263562" y="4645220"/>
            <a:ext cx="2807208" cy="19987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1583294-5FB2-4864-8282-0D39E9A2B1C4}"/>
              </a:ext>
            </a:extLst>
          </p:cNvPr>
          <p:cNvSpPr/>
          <p:nvPr/>
        </p:nvSpPr>
        <p:spPr>
          <a:xfrm>
            <a:off x="8216600" y="2371659"/>
            <a:ext cx="2807208" cy="19987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A9F815-0C4F-4F93-90A4-6B3C7E8B8FE8}"/>
              </a:ext>
            </a:extLst>
          </p:cNvPr>
          <p:cNvSpPr txBox="1"/>
          <p:nvPr/>
        </p:nvSpPr>
        <p:spPr>
          <a:xfrm>
            <a:off x="7023286" y="1680252"/>
            <a:ext cx="1240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Course</a:t>
            </a:r>
            <a:endParaRPr lang="en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6E22EC-7C3F-43FF-A622-17DE58CA93A6}"/>
              </a:ext>
            </a:extLst>
          </p:cNvPr>
          <p:cNvSpPr txBox="1"/>
          <p:nvPr/>
        </p:nvSpPr>
        <p:spPr>
          <a:xfrm>
            <a:off x="8354568" y="4856467"/>
            <a:ext cx="920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HTML</a:t>
            </a:r>
            <a:endParaRPr lang="en-ID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5D292E-FE33-475D-85E3-B6B365E3F3E0}"/>
              </a:ext>
            </a:extLst>
          </p:cNvPr>
          <p:cNvSpPr txBox="1"/>
          <p:nvPr/>
        </p:nvSpPr>
        <p:spPr>
          <a:xfrm>
            <a:off x="8354568" y="2521714"/>
            <a:ext cx="715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.Net</a:t>
            </a:r>
            <a:endParaRPr lang="en-ID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A6E2BF-3E45-416B-9DA0-6B9CF0E62E1E}"/>
              </a:ext>
            </a:extLst>
          </p:cNvPr>
          <p:cNvSpPr txBox="1"/>
          <p:nvPr/>
        </p:nvSpPr>
        <p:spPr>
          <a:xfrm>
            <a:off x="4130728" y="4856467"/>
            <a:ext cx="2204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Microsoft Office</a:t>
            </a:r>
            <a:endParaRPr lang="en-ID"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01F284-7BB1-4753-8170-F914A6F4A83C}"/>
              </a:ext>
            </a:extLst>
          </p:cNvPr>
          <p:cNvSpPr txBox="1"/>
          <p:nvPr/>
        </p:nvSpPr>
        <p:spPr>
          <a:xfrm>
            <a:off x="4130728" y="2521714"/>
            <a:ext cx="989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Java</a:t>
            </a:r>
            <a:endParaRPr lang="en-ID" sz="2400" dirty="0"/>
          </a:p>
        </p:txBody>
      </p:sp>
      <p:sp>
        <p:nvSpPr>
          <p:cNvPr id="14" name="TextBox 13">
            <a:hlinkClick r:id="rId3" action="ppaction://hlinksldjump"/>
            <a:extLst>
              <a:ext uri="{FF2B5EF4-FFF2-40B4-BE49-F238E27FC236}">
                <a16:creationId xmlns:a16="http://schemas.microsoft.com/office/drawing/2014/main" id="{313B302C-27B1-40B4-BBEF-096CBC703438}"/>
              </a:ext>
            </a:extLst>
          </p:cNvPr>
          <p:cNvSpPr txBox="1"/>
          <p:nvPr/>
        </p:nvSpPr>
        <p:spPr>
          <a:xfrm>
            <a:off x="5409392" y="6175710"/>
            <a:ext cx="1085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</a:t>
            </a:r>
            <a:r>
              <a:rPr lang="en-US" dirty="0">
                <a:hlinkClick r:id="rId3" action="ppaction://hlinksldjump"/>
              </a:rPr>
              <a:t>More</a:t>
            </a:r>
            <a:endParaRPr lang="en-ID" dirty="0"/>
          </a:p>
        </p:txBody>
      </p:sp>
      <p:sp>
        <p:nvSpPr>
          <p:cNvPr id="40" name="TextBox 39">
            <a:hlinkClick r:id="rId4" action="ppaction://hlinksldjump"/>
            <a:extLst>
              <a:ext uri="{FF2B5EF4-FFF2-40B4-BE49-F238E27FC236}">
                <a16:creationId xmlns:a16="http://schemas.microsoft.com/office/drawing/2014/main" id="{FDE2C07F-32EC-4C0E-8007-48AE6681CFD5}"/>
              </a:ext>
            </a:extLst>
          </p:cNvPr>
          <p:cNvSpPr txBox="1"/>
          <p:nvPr/>
        </p:nvSpPr>
        <p:spPr>
          <a:xfrm>
            <a:off x="5409392" y="3856025"/>
            <a:ext cx="1085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More</a:t>
            </a:r>
            <a:endParaRPr lang="en-ID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0584E8-46DB-4292-893E-696B64B29AE6}"/>
              </a:ext>
            </a:extLst>
          </p:cNvPr>
          <p:cNvSpPr txBox="1"/>
          <p:nvPr/>
        </p:nvSpPr>
        <p:spPr>
          <a:xfrm>
            <a:off x="9691120" y="3870046"/>
            <a:ext cx="1085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More</a:t>
            </a:r>
            <a:endParaRPr lang="en-ID" dirty="0"/>
          </a:p>
        </p:txBody>
      </p:sp>
      <p:sp>
        <p:nvSpPr>
          <p:cNvPr id="42" name="TextBox 41">
            <a:hlinkClick r:id="rId5" action="ppaction://hlinksldjump"/>
            <a:extLst>
              <a:ext uri="{FF2B5EF4-FFF2-40B4-BE49-F238E27FC236}">
                <a16:creationId xmlns:a16="http://schemas.microsoft.com/office/drawing/2014/main" id="{8C678906-CB72-4798-8F25-2DEAC256738E}"/>
              </a:ext>
            </a:extLst>
          </p:cNvPr>
          <p:cNvSpPr txBox="1"/>
          <p:nvPr/>
        </p:nvSpPr>
        <p:spPr>
          <a:xfrm>
            <a:off x="9691120" y="6175710"/>
            <a:ext cx="1085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More</a:t>
            </a:r>
            <a:endParaRPr lang="en-ID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EF1FE08-5584-4EE1-84BA-0C89CABDCF63}"/>
              </a:ext>
            </a:extLst>
          </p:cNvPr>
          <p:cNvSpPr/>
          <p:nvPr/>
        </p:nvSpPr>
        <p:spPr>
          <a:xfrm>
            <a:off x="10080608" y="613651"/>
            <a:ext cx="1550126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Sign Up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39000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E8571D-8054-44CE-9BF5-8B3A856FB45F}"/>
              </a:ext>
            </a:extLst>
          </p:cNvPr>
          <p:cNvSpPr/>
          <p:nvPr/>
        </p:nvSpPr>
        <p:spPr>
          <a:xfrm>
            <a:off x="478971" y="310289"/>
            <a:ext cx="1184366" cy="11321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8BA5-3010-4F4F-AC6B-63E6BF27D54F}"/>
              </a:ext>
            </a:extLst>
          </p:cNvPr>
          <p:cNvSpPr txBox="1"/>
          <p:nvPr/>
        </p:nvSpPr>
        <p:spPr>
          <a:xfrm>
            <a:off x="2111392" y="613651"/>
            <a:ext cx="3788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ABC LEARNING CENTER</a:t>
            </a:r>
            <a:endParaRPr lang="en-ID" sz="28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00750B-F407-4548-A612-1086EF7DFDC8}"/>
              </a:ext>
            </a:extLst>
          </p:cNvPr>
          <p:cNvSpPr/>
          <p:nvPr/>
        </p:nvSpPr>
        <p:spPr>
          <a:xfrm>
            <a:off x="156748" y="1631425"/>
            <a:ext cx="3030583" cy="52110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8E414B7-356D-47D4-80CC-9F28850038FA}"/>
              </a:ext>
            </a:extLst>
          </p:cNvPr>
          <p:cNvSpPr/>
          <p:nvPr/>
        </p:nvSpPr>
        <p:spPr>
          <a:xfrm>
            <a:off x="753288" y="1891847"/>
            <a:ext cx="1820091" cy="5138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HOME</a:t>
            </a:r>
            <a:endParaRPr lang="en-ID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F58224-7B14-4694-AE9A-2DB7E9C6F1E8}"/>
              </a:ext>
            </a:extLst>
          </p:cNvPr>
          <p:cNvSpPr/>
          <p:nvPr/>
        </p:nvSpPr>
        <p:spPr>
          <a:xfrm>
            <a:off x="761995" y="3521891"/>
            <a:ext cx="1820091" cy="5138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COURSE</a:t>
            </a:r>
            <a:endParaRPr lang="en-ID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4117A28-8022-4703-B72D-57B62D6FB0EB}"/>
              </a:ext>
            </a:extLst>
          </p:cNvPr>
          <p:cNvSpPr/>
          <p:nvPr/>
        </p:nvSpPr>
        <p:spPr>
          <a:xfrm>
            <a:off x="753287" y="5387692"/>
            <a:ext cx="1820091" cy="5138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ABOUT US</a:t>
            </a:r>
            <a:endParaRPr lang="en-ID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471631-067E-4EEF-86E3-452E7BD5127A}"/>
              </a:ext>
            </a:extLst>
          </p:cNvPr>
          <p:cNvSpPr/>
          <p:nvPr/>
        </p:nvSpPr>
        <p:spPr>
          <a:xfrm>
            <a:off x="4005506" y="2371659"/>
            <a:ext cx="7881694" cy="42381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01F284-7BB1-4753-8170-F914A6F4A83C}"/>
              </a:ext>
            </a:extLst>
          </p:cNvPr>
          <p:cNvSpPr txBox="1"/>
          <p:nvPr/>
        </p:nvSpPr>
        <p:spPr>
          <a:xfrm>
            <a:off x="4165561" y="2405652"/>
            <a:ext cx="12250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Java</a:t>
            </a:r>
            <a:endParaRPr lang="en-ID" sz="3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E4F4EC-2EDE-47B0-8AE0-88AFDEA82166}"/>
              </a:ext>
            </a:extLst>
          </p:cNvPr>
          <p:cNvSpPr txBox="1"/>
          <p:nvPr/>
        </p:nvSpPr>
        <p:spPr>
          <a:xfrm>
            <a:off x="4233734" y="3073158"/>
            <a:ext cx="2132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Cost : Rp. 250.000</a:t>
            </a:r>
            <a:endParaRPr lang="en-ID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6787C1-ED4C-46A5-B780-0855227FC11D}"/>
              </a:ext>
            </a:extLst>
          </p:cNvPr>
          <p:cNvSpPr txBox="1"/>
          <p:nvPr/>
        </p:nvSpPr>
        <p:spPr>
          <a:xfrm>
            <a:off x="4165561" y="3910364"/>
            <a:ext cx="332738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will you learn</a:t>
            </a:r>
            <a:br>
              <a:rPr lang="en-US" dirty="0"/>
            </a:b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Basic Programing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Logical Thinking in programing</a:t>
            </a:r>
          </a:p>
          <a:p>
            <a:pPr marL="285750" indent="-285750">
              <a:buFontTx/>
              <a:buChar char="-"/>
            </a:pPr>
            <a:r>
              <a:rPr lang="en-ID" dirty="0"/>
              <a:t>Java language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691377-04FF-4ACE-8819-6FF90CE9567B}"/>
              </a:ext>
            </a:extLst>
          </p:cNvPr>
          <p:cNvSpPr txBox="1"/>
          <p:nvPr/>
        </p:nvSpPr>
        <p:spPr>
          <a:xfrm>
            <a:off x="8238309" y="2967335"/>
            <a:ext cx="3500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Schedule :</a:t>
            </a:r>
          </a:p>
          <a:p>
            <a:r>
              <a:rPr lang="en-US" dirty="0"/>
              <a:t>Day   : Monday and Wednesday</a:t>
            </a:r>
          </a:p>
          <a:p>
            <a:r>
              <a:rPr lang="en-US" dirty="0"/>
              <a:t>Time : 1.00 – 3.00 P.M (GMT +8)</a:t>
            </a:r>
            <a:endParaRPr lang="en-ID" dirty="0"/>
          </a:p>
        </p:txBody>
      </p:sp>
      <p:sp>
        <p:nvSpPr>
          <p:cNvPr id="13" name="TextBox 12">
            <a:hlinkClick r:id="rId2" action="ppaction://hlinksldjump"/>
            <a:extLst>
              <a:ext uri="{FF2B5EF4-FFF2-40B4-BE49-F238E27FC236}">
                <a16:creationId xmlns:a16="http://schemas.microsoft.com/office/drawing/2014/main" id="{63C7A686-764D-498C-9305-53D30F39BE38}"/>
              </a:ext>
            </a:extLst>
          </p:cNvPr>
          <p:cNvSpPr txBox="1"/>
          <p:nvPr/>
        </p:nvSpPr>
        <p:spPr>
          <a:xfrm>
            <a:off x="9988732" y="6002951"/>
            <a:ext cx="1428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Now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6692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E8571D-8054-44CE-9BF5-8B3A856FB45F}"/>
              </a:ext>
            </a:extLst>
          </p:cNvPr>
          <p:cNvSpPr/>
          <p:nvPr/>
        </p:nvSpPr>
        <p:spPr>
          <a:xfrm>
            <a:off x="478971" y="310289"/>
            <a:ext cx="1184366" cy="11321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8BA5-3010-4F4F-AC6B-63E6BF27D54F}"/>
              </a:ext>
            </a:extLst>
          </p:cNvPr>
          <p:cNvSpPr txBox="1"/>
          <p:nvPr/>
        </p:nvSpPr>
        <p:spPr>
          <a:xfrm>
            <a:off x="2111392" y="613651"/>
            <a:ext cx="3788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ABC LEARNING CENTER</a:t>
            </a:r>
            <a:endParaRPr lang="en-ID" sz="28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00750B-F407-4548-A612-1086EF7DFDC8}"/>
              </a:ext>
            </a:extLst>
          </p:cNvPr>
          <p:cNvSpPr/>
          <p:nvPr/>
        </p:nvSpPr>
        <p:spPr>
          <a:xfrm>
            <a:off x="156748" y="1631425"/>
            <a:ext cx="3030583" cy="52110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8E414B7-356D-47D4-80CC-9F28850038FA}"/>
              </a:ext>
            </a:extLst>
          </p:cNvPr>
          <p:cNvSpPr/>
          <p:nvPr/>
        </p:nvSpPr>
        <p:spPr>
          <a:xfrm>
            <a:off x="753288" y="1891847"/>
            <a:ext cx="1820091" cy="5138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HOME</a:t>
            </a:r>
            <a:endParaRPr lang="en-ID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F58224-7B14-4694-AE9A-2DB7E9C6F1E8}"/>
              </a:ext>
            </a:extLst>
          </p:cNvPr>
          <p:cNvSpPr/>
          <p:nvPr/>
        </p:nvSpPr>
        <p:spPr>
          <a:xfrm>
            <a:off x="761995" y="3521891"/>
            <a:ext cx="1820091" cy="5138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COURSE</a:t>
            </a:r>
            <a:endParaRPr lang="en-ID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4117A28-8022-4703-B72D-57B62D6FB0EB}"/>
              </a:ext>
            </a:extLst>
          </p:cNvPr>
          <p:cNvSpPr/>
          <p:nvPr/>
        </p:nvSpPr>
        <p:spPr>
          <a:xfrm>
            <a:off x="753287" y="5387692"/>
            <a:ext cx="1820091" cy="5138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ABOUT US</a:t>
            </a:r>
            <a:endParaRPr lang="en-ID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471631-067E-4EEF-86E3-452E7BD5127A}"/>
              </a:ext>
            </a:extLst>
          </p:cNvPr>
          <p:cNvSpPr/>
          <p:nvPr/>
        </p:nvSpPr>
        <p:spPr>
          <a:xfrm>
            <a:off x="4005506" y="2371659"/>
            <a:ext cx="7881694" cy="42381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01F284-7BB1-4753-8170-F914A6F4A83C}"/>
              </a:ext>
            </a:extLst>
          </p:cNvPr>
          <p:cNvSpPr txBox="1"/>
          <p:nvPr/>
        </p:nvSpPr>
        <p:spPr>
          <a:xfrm>
            <a:off x="4165561" y="2405652"/>
            <a:ext cx="12250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err="1"/>
              <a:t>.Net</a:t>
            </a:r>
            <a:endParaRPr lang="en-ID" sz="3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E4F4EC-2EDE-47B0-8AE0-88AFDEA82166}"/>
              </a:ext>
            </a:extLst>
          </p:cNvPr>
          <p:cNvSpPr txBox="1"/>
          <p:nvPr/>
        </p:nvSpPr>
        <p:spPr>
          <a:xfrm>
            <a:off x="4233734" y="3073158"/>
            <a:ext cx="2132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Cost : Rp. 250.000</a:t>
            </a:r>
            <a:endParaRPr lang="en-ID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6787C1-ED4C-46A5-B780-0855227FC11D}"/>
              </a:ext>
            </a:extLst>
          </p:cNvPr>
          <p:cNvSpPr txBox="1"/>
          <p:nvPr/>
        </p:nvSpPr>
        <p:spPr>
          <a:xfrm>
            <a:off x="4165561" y="3910364"/>
            <a:ext cx="20056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will you learn</a:t>
            </a:r>
            <a:br>
              <a:rPr lang="en-US" dirty="0"/>
            </a:b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C# language</a:t>
            </a:r>
          </a:p>
          <a:p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691377-04FF-4ACE-8819-6FF90CE9567B}"/>
              </a:ext>
            </a:extLst>
          </p:cNvPr>
          <p:cNvSpPr txBox="1"/>
          <p:nvPr/>
        </p:nvSpPr>
        <p:spPr>
          <a:xfrm>
            <a:off x="8238309" y="2959650"/>
            <a:ext cx="3500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Schedule :</a:t>
            </a:r>
          </a:p>
          <a:p>
            <a:r>
              <a:rPr lang="en-US" dirty="0"/>
              <a:t>Day   : Tuesday and Thursday</a:t>
            </a:r>
          </a:p>
          <a:p>
            <a:r>
              <a:rPr lang="en-US" dirty="0"/>
              <a:t>Time : 1.00 – 3.00 P.M (GMT +8)</a:t>
            </a:r>
            <a:endParaRPr lang="en-ID" dirty="0"/>
          </a:p>
        </p:txBody>
      </p:sp>
      <p:sp>
        <p:nvSpPr>
          <p:cNvPr id="13" name="TextBox 12">
            <a:hlinkClick r:id="rId2" action="ppaction://hlinksldjump"/>
            <a:extLst>
              <a:ext uri="{FF2B5EF4-FFF2-40B4-BE49-F238E27FC236}">
                <a16:creationId xmlns:a16="http://schemas.microsoft.com/office/drawing/2014/main" id="{63C7A686-764D-498C-9305-53D30F39BE38}"/>
              </a:ext>
            </a:extLst>
          </p:cNvPr>
          <p:cNvSpPr txBox="1"/>
          <p:nvPr/>
        </p:nvSpPr>
        <p:spPr>
          <a:xfrm>
            <a:off x="9988732" y="6002951"/>
            <a:ext cx="1428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Now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70649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E8571D-8054-44CE-9BF5-8B3A856FB45F}"/>
              </a:ext>
            </a:extLst>
          </p:cNvPr>
          <p:cNvSpPr/>
          <p:nvPr/>
        </p:nvSpPr>
        <p:spPr>
          <a:xfrm>
            <a:off x="478971" y="310289"/>
            <a:ext cx="1184366" cy="11321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8BA5-3010-4F4F-AC6B-63E6BF27D54F}"/>
              </a:ext>
            </a:extLst>
          </p:cNvPr>
          <p:cNvSpPr txBox="1"/>
          <p:nvPr/>
        </p:nvSpPr>
        <p:spPr>
          <a:xfrm>
            <a:off x="2111392" y="613651"/>
            <a:ext cx="3788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ABC LEARNING CENTER</a:t>
            </a:r>
            <a:endParaRPr lang="en-ID" sz="28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00750B-F407-4548-A612-1086EF7DFDC8}"/>
              </a:ext>
            </a:extLst>
          </p:cNvPr>
          <p:cNvSpPr/>
          <p:nvPr/>
        </p:nvSpPr>
        <p:spPr>
          <a:xfrm>
            <a:off x="156748" y="1631425"/>
            <a:ext cx="3030583" cy="52110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8E414B7-356D-47D4-80CC-9F28850038FA}"/>
              </a:ext>
            </a:extLst>
          </p:cNvPr>
          <p:cNvSpPr/>
          <p:nvPr/>
        </p:nvSpPr>
        <p:spPr>
          <a:xfrm>
            <a:off x="753288" y="1891847"/>
            <a:ext cx="1820091" cy="5138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HOME</a:t>
            </a:r>
            <a:endParaRPr lang="en-ID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F58224-7B14-4694-AE9A-2DB7E9C6F1E8}"/>
              </a:ext>
            </a:extLst>
          </p:cNvPr>
          <p:cNvSpPr/>
          <p:nvPr/>
        </p:nvSpPr>
        <p:spPr>
          <a:xfrm>
            <a:off x="761995" y="3521891"/>
            <a:ext cx="1820091" cy="5138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COURSE</a:t>
            </a:r>
            <a:endParaRPr lang="en-ID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4117A28-8022-4703-B72D-57B62D6FB0EB}"/>
              </a:ext>
            </a:extLst>
          </p:cNvPr>
          <p:cNvSpPr/>
          <p:nvPr/>
        </p:nvSpPr>
        <p:spPr>
          <a:xfrm>
            <a:off x="753287" y="5387692"/>
            <a:ext cx="1820091" cy="5138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ABOUT US</a:t>
            </a:r>
            <a:endParaRPr lang="en-ID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471631-067E-4EEF-86E3-452E7BD5127A}"/>
              </a:ext>
            </a:extLst>
          </p:cNvPr>
          <p:cNvSpPr/>
          <p:nvPr/>
        </p:nvSpPr>
        <p:spPr>
          <a:xfrm>
            <a:off x="4005506" y="2371659"/>
            <a:ext cx="7881694" cy="42381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01F284-7BB1-4753-8170-F914A6F4A83C}"/>
              </a:ext>
            </a:extLst>
          </p:cNvPr>
          <p:cNvSpPr txBox="1"/>
          <p:nvPr/>
        </p:nvSpPr>
        <p:spPr>
          <a:xfrm>
            <a:off x="4165561" y="2405652"/>
            <a:ext cx="32738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Microsoft Office</a:t>
            </a:r>
            <a:endParaRPr lang="en-ID" sz="3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E4F4EC-2EDE-47B0-8AE0-88AFDEA82166}"/>
              </a:ext>
            </a:extLst>
          </p:cNvPr>
          <p:cNvSpPr txBox="1"/>
          <p:nvPr/>
        </p:nvSpPr>
        <p:spPr>
          <a:xfrm>
            <a:off x="4233734" y="3073158"/>
            <a:ext cx="2132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Cost : Rp. 250.000</a:t>
            </a:r>
            <a:endParaRPr lang="en-ID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6787C1-ED4C-46A5-B780-0855227FC11D}"/>
              </a:ext>
            </a:extLst>
          </p:cNvPr>
          <p:cNvSpPr txBox="1"/>
          <p:nvPr/>
        </p:nvSpPr>
        <p:spPr>
          <a:xfrm>
            <a:off x="4165561" y="3910364"/>
            <a:ext cx="25102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will you learn</a:t>
            </a:r>
            <a:br>
              <a:rPr lang="en-US" dirty="0"/>
            </a:b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Microsoft Word</a:t>
            </a:r>
          </a:p>
          <a:p>
            <a:pPr marL="285750" indent="-285750">
              <a:buFontTx/>
              <a:buChar char="-"/>
            </a:pPr>
            <a:r>
              <a:rPr lang="en-US" dirty="0"/>
              <a:t>Microsoft Excel</a:t>
            </a:r>
          </a:p>
          <a:p>
            <a:pPr marL="285750" indent="-285750">
              <a:buFontTx/>
              <a:buChar char="-"/>
            </a:pPr>
            <a:r>
              <a:rPr lang="en-US" dirty="0"/>
              <a:t>Microsoft PowerPoint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691377-04FF-4ACE-8819-6FF90CE9567B}"/>
              </a:ext>
            </a:extLst>
          </p:cNvPr>
          <p:cNvSpPr txBox="1"/>
          <p:nvPr/>
        </p:nvSpPr>
        <p:spPr>
          <a:xfrm>
            <a:off x="8238309" y="2967335"/>
            <a:ext cx="3500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Schedule :</a:t>
            </a:r>
          </a:p>
          <a:p>
            <a:r>
              <a:rPr lang="en-US" dirty="0"/>
              <a:t>Day   : Wednesday and Friday</a:t>
            </a:r>
          </a:p>
          <a:p>
            <a:r>
              <a:rPr lang="en-US" dirty="0"/>
              <a:t>Time : 3.00 – 5.00 P.M (GMT +8)</a:t>
            </a:r>
            <a:endParaRPr lang="en-ID" dirty="0"/>
          </a:p>
        </p:txBody>
      </p:sp>
      <p:sp>
        <p:nvSpPr>
          <p:cNvPr id="13" name="TextBox 12">
            <a:hlinkClick r:id="rId2" action="ppaction://hlinksldjump"/>
            <a:extLst>
              <a:ext uri="{FF2B5EF4-FFF2-40B4-BE49-F238E27FC236}">
                <a16:creationId xmlns:a16="http://schemas.microsoft.com/office/drawing/2014/main" id="{63C7A686-764D-498C-9305-53D30F39BE38}"/>
              </a:ext>
            </a:extLst>
          </p:cNvPr>
          <p:cNvSpPr txBox="1"/>
          <p:nvPr/>
        </p:nvSpPr>
        <p:spPr>
          <a:xfrm>
            <a:off x="9988732" y="6002951"/>
            <a:ext cx="1428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Now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88775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E8571D-8054-44CE-9BF5-8B3A856FB45F}"/>
              </a:ext>
            </a:extLst>
          </p:cNvPr>
          <p:cNvSpPr/>
          <p:nvPr/>
        </p:nvSpPr>
        <p:spPr>
          <a:xfrm>
            <a:off x="478971" y="310289"/>
            <a:ext cx="1184366" cy="11321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8BA5-3010-4F4F-AC6B-63E6BF27D54F}"/>
              </a:ext>
            </a:extLst>
          </p:cNvPr>
          <p:cNvSpPr txBox="1"/>
          <p:nvPr/>
        </p:nvSpPr>
        <p:spPr>
          <a:xfrm>
            <a:off x="2111392" y="613651"/>
            <a:ext cx="3788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ABC LEARNING CENTER</a:t>
            </a:r>
            <a:endParaRPr lang="en-ID" sz="28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00750B-F407-4548-A612-1086EF7DFDC8}"/>
              </a:ext>
            </a:extLst>
          </p:cNvPr>
          <p:cNvSpPr/>
          <p:nvPr/>
        </p:nvSpPr>
        <p:spPr>
          <a:xfrm>
            <a:off x="156748" y="1631425"/>
            <a:ext cx="3030583" cy="52110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8E414B7-356D-47D4-80CC-9F28850038FA}"/>
              </a:ext>
            </a:extLst>
          </p:cNvPr>
          <p:cNvSpPr/>
          <p:nvPr/>
        </p:nvSpPr>
        <p:spPr>
          <a:xfrm>
            <a:off x="753288" y="1891847"/>
            <a:ext cx="1820091" cy="5138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HOME</a:t>
            </a:r>
            <a:endParaRPr lang="en-ID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F58224-7B14-4694-AE9A-2DB7E9C6F1E8}"/>
              </a:ext>
            </a:extLst>
          </p:cNvPr>
          <p:cNvSpPr/>
          <p:nvPr/>
        </p:nvSpPr>
        <p:spPr>
          <a:xfrm>
            <a:off x="761995" y="3521891"/>
            <a:ext cx="1820091" cy="5138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COURSE</a:t>
            </a:r>
            <a:endParaRPr lang="en-ID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4117A28-8022-4703-B72D-57B62D6FB0EB}"/>
              </a:ext>
            </a:extLst>
          </p:cNvPr>
          <p:cNvSpPr/>
          <p:nvPr/>
        </p:nvSpPr>
        <p:spPr>
          <a:xfrm>
            <a:off x="753287" y="5387692"/>
            <a:ext cx="1820091" cy="5138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ABOUT US</a:t>
            </a:r>
            <a:endParaRPr lang="en-ID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471631-067E-4EEF-86E3-452E7BD5127A}"/>
              </a:ext>
            </a:extLst>
          </p:cNvPr>
          <p:cNvSpPr/>
          <p:nvPr/>
        </p:nvSpPr>
        <p:spPr>
          <a:xfrm>
            <a:off x="4005506" y="2379742"/>
            <a:ext cx="7881694" cy="42381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01F284-7BB1-4753-8170-F914A6F4A83C}"/>
              </a:ext>
            </a:extLst>
          </p:cNvPr>
          <p:cNvSpPr txBox="1"/>
          <p:nvPr/>
        </p:nvSpPr>
        <p:spPr>
          <a:xfrm>
            <a:off x="4165561" y="2405652"/>
            <a:ext cx="12250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HTML</a:t>
            </a:r>
            <a:endParaRPr lang="en-ID" sz="3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E4F4EC-2EDE-47B0-8AE0-88AFDEA82166}"/>
              </a:ext>
            </a:extLst>
          </p:cNvPr>
          <p:cNvSpPr txBox="1"/>
          <p:nvPr/>
        </p:nvSpPr>
        <p:spPr>
          <a:xfrm>
            <a:off x="4233734" y="3073158"/>
            <a:ext cx="2132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Cost : Rp. 250.000</a:t>
            </a:r>
            <a:endParaRPr lang="en-ID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6787C1-ED4C-46A5-B780-0855227FC11D}"/>
              </a:ext>
            </a:extLst>
          </p:cNvPr>
          <p:cNvSpPr txBox="1"/>
          <p:nvPr/>
        </p:nvSpPr>
        <p:spPr>
          <a:xfrm>
            <a:off x="4165561" y="3910364"/>
            <a:ext cx="48933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will you learn</a:t>
            </a:r>
            <a:br>
              <a:rPr lang="en-US" dirty="0"/>
            </a:b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Basic HTML</a:t>
            </a:r>
          </a:p>
          <a:p>
            <a:pPr marL="285750" indent="-285750">
              <a:buFontTx/>
              <a:buChar char="-"/>
            </a:pPr>
            <a:r>
              <a:rPr lang="en-US" dirty="0"/>
              <a:t>Learning how to make HTML with Visual Studio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691377-04FF-4ACE-8819-6FF90CE9567B}"/>
              </a:ext>
            </a:extLst>
          </p:cNvPr>
          <p:cNvSpPr txBox="1"/>
          <p:nvPr/>
        </p:nvSpPr>
        <p:spPr>
          <a:xfrm>
            <a:off x="8238309" y="2967335"/>
            <a:ext cx="3500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Schedule :</a:t>
            </a:r>
          </a:p>
          <a:p>
            <a:r>
              <a:rPr lang="en-US" dirty="0"/>
              <a:t>Day   : Thursday and Saturday</a:t>
            </a:r>
          </a:p>
          <a:p>
            <a:r>
              <a:rPr lang="en-US" dirty="0"/>
              <a:t>Time : 3.00 – 5.00 P.M (GMT +8)</a:t>
            </a:r>
            <a:endParaRPr lang="en-ID" dirty="0"/>
          </a:p>
        </p:txBody>
      </p:sp>
      <p:sp>
        <p:nvSpPr>
          <p:cNvPr id="13" name="TextBox 12">
            <a:hlinkClick r:id="rId2" action="ppaction://hlinksldjump"/>
            <a:extLst>
              <a:ext uri="{FF2B5EF4-FFF2-40B4-BE49-F238E27FC236}">
                <a16:creationId xmlns:a16="http://schemas.microsoft.com/office/drawing/2014/main" id="{63C7A686-764D-498C-9305-53D30F39BE38}"/>
              </a:ext>
            </a:extLst>
          </p:cNvPr>
          <p:cNvSpPr txBox="1"/>
          <p:nvPr/>
        </p:nvSpPr>
        <p:spPr>
          <a:xfrm>
            <a:off x="9988732" y="6002951"/>
            <a:ext cx="1428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Now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06990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E8571D-8054-44CE-9BF5-8B3A856FB45F}"/>
              </a:ext>
            </a:extLst>
          </p:cNvPr>
          <p:cNvSpPr/>
          <p:nvPr/>
        </p:nvSpPr>
        <p:spPr>
          <a:xfrm>
            <a:off x="478971" y="310289"/>
            <a:ext cx="1184366" cy="11321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8BA5-3010-4F4F-AC6B-63E6BF27D54F}"/>
              </a:ext>
            </a:extLst>
          </p:cNvPr>
          <p:cNvSpPr txBox="1"/>
          <p:nvPr/>
        </p:nvSpPr>
        <p:spPr>
          <a:xfrm>
            <a:off x="2111392" y="613651"/>
            <a:ext cx="3788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ABC LEARNING CENTER</a:t>
            </a:r>
            <a:endParaRPr lang="en-ID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FCEA84-B975-4D8A-9BE7-8DAAA7637F7B}"/>
              </a:ext>
            </a:extLst>
          </p:cNvPr>
          <p:cNvSpPr/>
          <p:nvPr/>
        </p:nvSpPr>
        <p:spPr>
          <a:xfrm>
            <a:off x="409304" y="1676285"/>
            <a:ext cx="11325492" cy="47519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5CEF3F-8324-46C8-8D97-C8B122AABDC4}"/>
              </a:ext>
            </a:extLst>
          </p:cNvPr>
          <p:cNvSpPr txBox="1"/>
          <p:nvPr/>
        </p:nvSpPr>
        <p:spPr>
          <a:xfrm>
            <a:off x="551891" y="1877468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</a:t>
            </a:r>
            <a:r>
              <a:rPr lang="en-US" dirty="0">
                <a:solidFill>
                  <a:srgbClr val="FF0000"/>
                </a:solidFill>
              </a:rPr>
              <a:t>*</a:t>
            </a:r>
            <a:endParaRPr lang="en-ID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564949-E1DA-42C0-B0E4-DB179AEDDD47}"/>
              </a:ext>
            </a:extLst>
          </p:cNvPr>
          <p:cNvSpPr txBox="1"/>
          <p:nvPr/>
        </p:nvSpPr>
        <p:spPr>
          <a:xfrm>
            <a:off x="551891" y="2906125"/>
            <a:ext cx="1725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Phone Number</a:t>
            </a:r>
            <a:r>
              <a:rPr lang="en-US" dirty="0">
                <a:solidFill>
                  <a:srgbClr val="FF0000"/>
                </a:solidFill>
              </a:rPr>
              <a:t>*</a:t>
            </a:r>
            <a:endParaRPr lang="en-ID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C2D6A2-2005-49EF-A70C-399CE2958B8C}"/>
              </a:ext>
            </a:extLst>
          </p:cNvPr>
          <p:cNvSpPr txBox="1"/>
          <p:nvPr/>
        </p:nvSpPr>
        <p:spPr>
          <a:xfrm>
            <a:off x="551891" y="3896796"/>
            <a:ext cx="1614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Email Address</a:t>
            </a:r>
            <a:r>
              <a:rPr lang="en-US" dirty="0">
                <a:solidFill>
                  <a:srgbClr val="FF0000"/>
                </a:solidFill>
              </a:rPr>
              <a:t>*</a:t>
            </a:r>
            <a:endParaRPr lang="en-ID" dirty="0">
              <a:solidFill>
                <a:srgbClr val="FF0000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4314DD4-7D32-405B-91C0-FE1C7390AD88}"/>
              </a:ext>
            </a:extLst>
          </p:cNvPr>
          <p:cNvSpPr/>
          <p:nvPr/>
        </p:nvSpPr>
        <p:spPr>
          <a:xfrm>
            <a:off x="655086" y="5666676"/>
            <a:ext cx="200298" cy="1596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77CC43D-AB64-4138-ACE2-E28A5EA57E1D}"/>
              </a:ext>
            </a:extLst>
          </p:cNvPr>
          <p:cNvSpPr/>
          <p:nvPr/>
        </p:nvSpPr>
        <p:spPr>
          <a:xfrm>
            <a:off x="551892" y="2335610"/>
            <a:ext cx="6014372" cy="4506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7A06E49-D379-4454-BB07-2F7377EBA3D8}"/>
              </a:ext>
            </a:extLst>
          </p:cNvPr>
          <p:cNvSpPr/>
          <p:nvPr/>
        </p:nvSpPr>
        <p:spPr>
          <a:xfrm>
            <a:off x="551892" y="3325628"/>
            <a:ext cx="6014372" cy="4506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4B20E69-4EB2-4B9B-A8A1-78E1CE9DC004}"/>
              </a:ext>
            </a:extLst>
          </p:cNvPr>
          <p:cNvSpPr/>
          <p:nvPr/>
        </p:nvSpPr>
        <p:spPr>
          <a:xfrm>
            <a:off x="551891" y="4376160"/>
            <a:ext cx="6014373" cy="4506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5037B0-D93A-4670-BAEF-13EFF2587344}"/>
              </a:ext>
            </a:extLst>
          </p:cNvPr>
          <p:cNvSpPr txBox="1"/>
          <p:nvPr/>
        </p:nvSpPr>
        <p:spPr>
          <a:xfrm>
            <a:off x="7480663" y="2191580"/>
            <a:ext cx="833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Course</a:t>
            </a:r>
            <a:endParaRPr lang="en-ID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904A0E6-7DE4-47D2-81A1-AEEE8DFEDCD8}"/>
              </a:ext>
            </a:extLst>
          </p:cNvPr>
          <p:cNvSpPr/>
          <p:nvPr/>
        </p:nvSpPr>
        <p:spPr>
          <a:xfrm>
            <a:off x="7611291" y="2629989"/>
            <a:ext cx="2960915" cy="64546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594276CC-2E00-4667-88C2-C1453D72EFE3}"/>
              </a:ext>
            </a:extLst>
          </p:cNvPr>
          <p:cNvSpPr/>
          <p:nvPr/>
        </p:nvSpPr>
        <p:spPr>
          <a:xfrm rot="10800000">
            <a:off x="10310949" y="2876798"/>
            <a:ext cx="139337" cy="119468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FAAAAF-1F71-4A9B-8A30-E19128FA2F4A}"/>
              </a:ext>
            </a:extLst>
          </p:cNvPr>
          <p:cNvSpPr txBox="1"/>
          <p:nvPr/>
        </p:nvSpPr>
        <p:spPr>
          <a:xfrm>
            <a:off x="881509" y="5610900"/>
            <a:ext cx="27655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I agree to the company Terms of Service and </a:t>
            </a:r>
          </a:p>
          <a:p>
            <a:r>
              <a:rPr lang="en-US" sz="1100" dirty="0"/>
              <a:t>Privacy Policy</a:t>
            </a:r>
            <a:endParaRPr lang="en-ID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B1EDDA-BA30-4D15-A456-C6909B65873F}"/>
              </a:ext>
            </a:extLst>
          </p:cNvPr>
          <p:cNvSpPr txBox="1"/>
          <p:nvPr/>
        </p:nvSpPr>
        <p:spPr>
          <a:xfrm>
            <a:off x="457204" y="4826764"/>
            <a:ext cx="8270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Make sure the email you enter is an active email. Because we will send </a:t>
            </a:r>
            <a:r>
              <a:rPr lang="en-US" sz="1400" dirty="0" err="1"/>
              <a:t>ehat</a:t>
            </a:r>
            <a:r>
              <a:rPr lang="en-US" sz="1400" dirty="0"/>
              <a:t> will you learn via email</a:t>
            </a:r>
            <a:endParaRPr lang="en-ID" sz="1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5E20134-60B7-408D-AB53-70AAEF699D93}"/>
              </a:ext>
            </a:extLst>
          </p:cNvPr>
          <p:cNvSpPr/>
          <p:nvPr/>
        </p:nvSpPr>
        <p:spPr>
          <a:xfrm>
            <a:off x="9091748" y="5541309"/>
            <a:ext cx="2445166" cy="7201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49509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E8571D-8054-44CE-9BF5-8B3A856FB45F}"/>
              </a:ext>
            </a:extLst>
          </p:cNvPr>
          <p:cNvSpPr/>
          <p:nvPr/>
        </p:nvSpPr>
        <p:spPr>
          <a:xfrm>
            <a:off x="478971" y="310289"/>
            <a:ext cx="1184366" cy="11321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8BA5-3010-4F4F-AC6B-63E6BF27D54F}"/>
              </a:ext>
            </a:extLst>
          </p:cNvPr>
          <p:cNvSpPr txBox="1"/>
          <p:nvPr/>
        </p:nvSpPr>
        <p:spPr>
          <a:xfrm>
            <a:off x="2111392" y="613651"/>
            <a:ext cx="3788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ABC LEARNING CENTER</a:t>
            </a:r>
            <a:endParaRPr lang="en-ID" sz="2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7559C5-5BA2-45FE-BFB6-A92815B9C368}"/>
              </a:ext>
            </a:extLst>
          </p:cNvPr>
          <p:cNvSpPr/>
          <p:nvPr/>
        </p:nvSpPr>
        <p:spPr>
          <a:xfrm>
            <a:off x="217715" y="2063931"/>
            <a:ext cx="905692" cy="44837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SOCIAL</a:t>
            </a:r>
          </a:p>
          <a:p>
            <a:pPr algn="ctr"/>
            <a:r>
              <a:rPr lang="en-US" dirty="0"/>
              <a:t>MEDIA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1B3F7E-9D53-430E-B57E-DF57898FD49F}"/>
              </a:ext>
            </a:extLst>
          </p:cNvPr>
          <p:cNvSpPr/>
          <p:nvPr/>
        </p:nvSpPr>
        <p:spPr>
          <a:xfrm>
            <a:off x="1262742" y="1724296"/>
            <a:ext cx="10777293" cy="48942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D50A9F7-3C1C-429E-9A74-E31D2FF7B8A3}"/>
              </a:ext>
            </a:extLst>
          </p:cNvPr>
          <p:cNvSpPr/>
          <p:nvPr/>
        </p:nvSpPr>
        <p:spPr>
          <a:xfrm>
            <a:off x="9631680" y="1811383"/>
            <a:ext cx="2408356" cy="18766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ABC LEARNING CENTER @GOOGLE MAPS</a:t>
            </a:r>
            <a:endParaRPr lang="en-ID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02056F-C82D-46E5-BD51-08CD97FCEF66}"/>
              </a:ext>
            </a:extLst>
          </p:cNvPr>
          <p:cNvSpPr txBox="1"/>
          <p:nvPr/>
        </p:nvSpPr>
        <p:spPr>
          <a:xfrm>
            <a:off x="1379622" y="1811383"/>
            <a:ext cx="3001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About ABC LEARNING CENTER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992BB6-3A94-46FA-A6C0-DE339E9321EC}"/>
              </a:ext>
            </a:extLst>
          </p:cNvPr>
          <p:cNvSpPr txBox="1"/>
          <p:nvPr/>
        </p:nvSpPr>
        <p:spPr>
          <a:xfrm>
            <a:off x="1262741" y="2425023"/>
            <a:ext cx="76333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Lorem ipsum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dolor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sit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amet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consectetur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adipiscing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elit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sed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do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eiusmod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tempor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incididunt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ut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labore et dolore magna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aliqua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. </a:t>
            </a:r>
          </a:p>
          <a:p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Diam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phasellus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vestibulum lorem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sed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risus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ultricies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tristique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nulla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aliquet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.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Risus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nullam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eget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felis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eget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nunc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.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Sollicitudin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nibh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sit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amet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commodo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nulla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.</a:t>
            </a:r>
          </a:p>
          <a:p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Feugiat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in ante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metus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dictum at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tempor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commodo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ullamcorper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a.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72902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E8571D-8054-44CE-9BF5-8B3A856FB45F}"/>
              </a:ext>
            </a:extLst>
          </p:cNvPr>
          <p:cNvSpPr/>
          <p:nvPr/>
        </p:nvSpPr>
        <p:spPr>
          <a:xfrm>
            <a:off x="478971" y="310289"/>
            <a:ext cx="1184366" cy="11321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8BA5-3010-4F4F-AC6B-63E6BF27D54F}"/>
              </a:ext>
            </a:extLst>
          </p:cNvPr>
          <p:cNvSpPr txBox="1"/>
          <p:nvPr/>
        </p:nvSpPr>
        <p:spPr>
          <a:xfrm>
            <a:off x="2111392" y="613651"/>
            <a:ext cx="3788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ABC LEARNING CENTER</a:t>
            </a:r>
            <a:endParaRPr lang="en-ID" sz="2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1B3F7E-9D53-430E-B57E-DF57898FD49F}"/>
              </a:ext>
            </a:extLst>
          </p:cNvPr>
          <p:cNvSpPr/>
          <p:nvPr/>
        </p:nvSpPr>
        <p:spPr>
          <a:xfrm>
            <a:off x="176464" y="1724296"/>
            <a:ext cx="11863572" cy="48942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02056F-C82D-46E5-BD51-08CD97FCEF66}"/>
              </a:ext>
            </a:extLst>
          </p:cNvPr>
          <p:cNvSpPr txBox="1"/>
          <p:nvPr/>
        </p:nvSpPr>
        <p:spPr>
          <a:xfrm>
            <a:off x="217107" y="1845162"/>
            <a:ext cx="144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Privacy Policy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992BB6-3A94-46FA-A6C0-DE339E9321EC}"/>
              </a:ext>
            </a:extLst>
          </p:cNvPr>
          <p:cNvSpPr txBox="1"/>
          <p:nvPr/>
        </p:nvSpPr>
        <p:spPr>
          <a:xfrm>
            <a:off x="217107" y="2312531"/>
            <a:ext cx="76333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Lorem ipsum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dolor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sit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amet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consectetur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adipiscing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elit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sed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do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eiusmod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tempor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incididunt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ut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labore et dolore magna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aliqua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. </a:t>
            </a:r>
          </a:p>
          <a:p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Diam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phasellus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vestibulum lorem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sed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risus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ultricies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tristique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nulla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aliquet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.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Risus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nullam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eget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felis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eget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nunc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.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Sollicitudin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nibh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sit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amet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commodo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nulla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.</a:t>
            </a:r>
          </a:p>
          <a:p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Feugiat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in ante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metus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dictum at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tempor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commodo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ullamcorper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a.</a:t>
            </a:r>
            <a:endParaRPr lang="en-ID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18C4C6-D9A1-4052-9560-74E58F27F2EE}"/>
              </a:ext>
            </a:extLst>
          </p:cNvPr>
          <p:cNvSpPr txBox="1"/>
          <p:nvPr/>
        </p:nvSpPr>
        <p:spPr>
          <a:xfrm>
            <a:off x="217107" y="4192618"/>
            <a:ext cx="1717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Terms of Service</a:t>
            </a:r>
            <a:endParaRPr lang="en-ID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3C97C0-9CCF-4271-A279-2893F3179D9B}"/>
              </a:ext>
            </a:extLst>
          </p:cNvPr>
          <p:cNvSpPr txBox="1"/>
          <p:nvPr/>
        </p:nvSpPr>
        <p:spPr>
          <a:xfrm>
            <a:off x="217107" y="4603901"/>
            <a:ext cx="76333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Lorem ipsum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dolor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sit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amet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consectetur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adipiscing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elit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,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sed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do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eiusmod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tempor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incididunt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ut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labore et dolore magna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aliqua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. </a:t>
            </a:r>
          </a:p>
          <a:p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Diam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phasellus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vestibulum lorem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sed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risus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ultricies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tristique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nulla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aliquet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.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Risus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nullam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eget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felis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eget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nunc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.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Sollicitudin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nibh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sit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amet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commodo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nulla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.</a:t>
            </a:r>
          </a:p>
          <a:p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Feugiat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in ante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metus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dictum at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tempor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commodo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</a:t>
            </a:r>
            <a:r>
              <a:rPr lang="en-ID" b="0" i="0" dirty="0" err="1">
                <a:solidFill>
                  <a:srgbClr val="7B8898"/>
                </a:solidFill>
                <a:effectLst/>
                <a:latin typeface="Mercury SSm A"/>
              </a:rPr>
              <a:t>ullamcorper</a:t>
            </a:r>
            <a:r>
              <a:rPr lang="en-ID" b="0" i="0" dirty="0">
                <a:solidFill>
                  <a:srgbClr val="7B8898"/>
                </a:solidFill>
                <a:effectLst/>
                <a:latin typeface="Mercury SSm A"/>
              </a:rPr>
              <a:t> a.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08894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535</Words>
  <Application>Microsoft Office PowerPoint</Application>
  <PresentationFormat>Widescreen</PresentationFormat>
  <Paragraphs>114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Mercury SSm A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Viddy Purnama</dc:creator>
  <cp:lastModifiedBy>Viddy Purnama</cp:lastModifiedBy>
  <cp:revision>3</cp:revision>
  <dcterms:created xsi:type="dcterms:W3CDTF">2022-03-31T07:38:51Z</dcterms:created>
  <dcterms:modified xsi:type="dcterms:W3CDTF">2022-04-06T01:37:57Z</dcterms:modified>
</cp:coreProperties>
</file>