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77" r:id="rId9"/>
    <p:sldId id="278" r:id="rId10"/>
    <p:sldId id="264" r:id="rId11"/>
    <p:sldId id="286" r:id="rId12"/>
    <p:sldId id="287" r:id="rId13"/>
    <p:sldId id="265" r:id="rId14"/>
    <p:sldId id="279" r:id="rId15"/>
    <p:sldId id="267" r:id="rId16"/>
    <p:sldId id="269" r:id="rId17"/>
    <p:sldId id="280" r:id="rId18"/>
    <p:sldId id="281" r:id="rId19"/>
    <p:sldId id="282" r:id="rId20"/>
    <p:sldId id="283" r:id="rId21"/>
    <p:sldId id="271" r:id="rId22"/>
    <p:sldId id="284" r:id="rId23"/>
    <p:sldId id="285" r:id="rId24"/>
    <p:sldId id="272" r:id="rId25"/>
    <p:sldId id="274" r:id="rId26"/>
    <p:sldId id="275" r:id="rId27"/>
    <p:sldId id="276" r:id="rId28"/>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240" y="6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5C8E2EE1-BC58-4332-BE5A-2C4AE0D3E9D3}" type="datetimeFigureOut">
              <a:rPr lang="en-US" smtClean="0"/>
              <a:t>7/30/2022</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92947BD1-4378-4C7E-8725-A8E36870E797}" type="slidenum">
              <a:rPr lang="en-US" smtClean="0"/>
              <a:t>‹#›</a:t>
            </a:fld>
            <a:endParaRPr lang="en-US"/>
          </a:p>
        </p:txBody>
      </p:sp>
    </p:spTree>
    <p:extLst>
      <p:ext uri="{BB962C8B-B14F-4D97-AF65-F5344CB8AC3E}">
        <p14:creationId xmlns:p14="http://schemas.microsoft.com/office/powerpoint/2010/main" val="277984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947BD1-4378-4C7E-8725-A8E36870E797}" type="slidenum">
              <a:rPr lang="en-US" smtClean="0"/>
              <a:t>14</a:t>
            </a:fld>
            <a:endParaRPr lang="en-US"/>
          </a:p>
        </p:txBody>
      </p:sp>
    </p:spTree>
    <p:extLst>
      <p:ext uri="{BB962C8B-B14F-4D97-AF65-F5344CB8AC3E}">
        <p14:creationId xmlns:p14="http://schemas.microsoft.com/office/powerpoint/2010/main" val="2961120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947BD1-4378-4C7E-8725-A8E36870E797}" type="slidenum">
              <a:rPr lang="en-US" smtClean="0"/>
              <a:t>25</a:t>
            </a:fld>
            <a:endParaRPr lang="en-US"/>
          </a:p>
        </p:txBody>
      </p:sp>
    </p:spTree>
    <p:extLst>
      <p:ext uri="{BB962C8B-B14F-4D97-AF65-F5344CB8AC3E}">
        <p14:creationId xmlns:p14="http://schemas.microsoft.com/office/powerpoint/2010/main" val="12881492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7/30/2022</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7/30/2022</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bg1"/>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7/30/2022</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bg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7/30/2022</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7/30/2022</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28600"/>
            <a:ext cx="8875776" cy="853439"/>
          </a:xfrm>
          <a:prstGeom prst="rect">
            <a:avLst/>
          </a:prstGeom>
          <a:blipFill>
            <a:blip r:embed="rId7" cstate="print"/>
            <a:stretch>
              <a:fillRect/>
            </a:stretch>
          </a:blipFill>
        </p:spPr>
        <p:txBody>
          <a:bodyPr wrap="square" lIns="0" tIns="0" rIns="0" bIns="0" rtlCol="0"/>
          <a:lstStyle/>
          <a:p>
            <a:endParaRPr/>
          </a:p>
        </p:txBody>
      </p:sp>
      <p:sp>
        <p:nvSpPr>
          <p:cNvPr id="17" name="bk object 17"/>
          <p:cNvSpPr/>
          <p:nvPr/>
        </p:nvSpPr>
        <p:spPr>
          <a:xfrm>
            <a:off x="6789419" y="252984"/>
            <a:ext cx="2081783" cy="790956"/>
          </a:xfrm>
          <a:prstGeom prst="rect">
            <a:avLst/>
          </a:prstGeom>
          <a:blipFill>
            <a:blip r:embed="rId8" cstate="print"/>
            <a:stretch>
              <a:fillRect/>
            </a:stretch>
          </a:blipFill>
        </p:spPr>
        <p:txBody>
          <a:bodyPr wrap="square" lIns="0" tIns="0" rIns="0" bIns="0" rtlCol="0"/>
          <a:lstStyle/>
          <a:p>
            <a:endParaRPr/>
          </a:p>
        </p:txBody>
      </p:sp>
      <p:sp>
        <p:nvSpPr>
          <p:cNvPr id="2" name="Holder 2"/>
          <p:cNvSpPr>
            <a:spLocks noGrp="1"/>
          </p:cNvSpPr>
          <p:nvPr>
            <p:ph type="title"/>
          </p:nvPr>
        </p:nvSpPr>
        <p:spPr>
          <a:xfrm>
            <a:off x="113792" y="429005"/>
            <a:ext cx="8916415" cy="452119"/>
          </a:xfrm>
          <a:prstGeom prst="rect">
            <a:avLst/>
          </a:prstGeom>
        </p:spPr>
        <p:txBody>
          <a:bodyPr wrap="square" lIns="0" tIns="0" rIns="0" bIns="0">
            <a:spAutoFit/>
          </a:bodyPr>
          <a:lstStyle>
            <a:lvl1pPr>
              <a:defRPr sz="2800" b="0" i="0">
                <a:solidFill>
                  <a:schemeClr val="bg1"/>
                </a:solidFill>
                <a:latin typeface="Arial"/>
                <a:cs typeface="Arial"/>
              </a:defRPr>
            </a:lvl1pPr>
          </a:lstStyle>
          <a:p>
            <a:endParaRPr/>
          </a:p>
        </p:txBody>
      </p:sp>
      <p:sp>
        <p:nvSpPr>
          <p:cNvPr id="3" name="Holder 3"/>
          <p:cNvSpPr>
            <a:spLocks noGrp="1"/>
          </p:cNvSpPr>
          <p:nvPr>
            <p:ph type="body" idx="1"/>
          </p:nvPr>
        </p:nvSpPr>
        <p:spPr>
          <a:xfrm>
            <a:off x="186639" y="1128083"/>
            <a:ext cx="8770721" cy="271907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7/30/2022</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Layout" Target="../slideLayouts/slideLayout4.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50.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49.png"/><Relationship Id="rId4" Type="http://schemas.openxmlformats.org/officeDocument/2006/relationships/image" Target="../media/image48.png"/></Relationships>
</file>

<file path=ppt/slides/_rels/slide2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990600"/>
            <a:ext cx="3023616" cy="1103376"/>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449580" y="1027175"/>
            <a:ext cx="2598420" cy="1033272"/>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0" y="2667000"/>
            <a:ext cx="8915400" cy="762000"/>
          </a:xfrm>
          <a:custGeom>
            <a:avLst/>
            <a:gdLst/>
            <a:ahLst/>
            <a:cxnLst/>
            <a:rect l="l" t="t" r="r" b="b"/>
            <a:pathLst>
              <a:path w="8915400" h="762000">
                <a:moveTo>
                  <a:pt x="0" y="762000"/>
                </a:moveTo>
                <a:lnTo>
                  <a:pt x="8915400" y="762000"/>
                </a:lnTo>
                <a:lnTo>
                  <a:pt x="8915400" y="0"/>
                </a:lnTo>
                <a:lnTo>
                  <a:pt x="0" y="0"/>
                </a:lnTo>
                <a:lnTo>
                  <a:pt x="0" y="762000"/>
                </a:lnTo>
                <a:close/>
              </a:path>
            </a:pathLst>
          </a:custGeom>
          <a:solidFill>
            <a:srgbClr val="D9D9D9"/>
          </a:solidFill>
        </p:spPr>
        <p:txBody>
          <a:bodyPr wrap="square" lIns="0" tIns="0" rIns="0" bIns="0" rtlCol="0"/>
          <a:lstStyle/>
          <a:p>
            <a:endParaRPr/>
          </a:p>
        </p:txBody>
      </p:sp>
      <p:sp>
        <p:nvSpPr>
          <p:cNvPr id="5" name="object 5"/>
          <p:cNvSpPr txBox="1">
            <a:spLocks noGrp="1"/>
          </p:cNvSpPr>
          <p:nvPr>
            <p:ph type="title"/>
          </p:nvPr>
        </p:nvSpPr>
        <p:spPr>
          <a:xfrm>
            <a:off x="55880" y="2808554"/>
            <a:ext cx="6514465" cy="437515"/>
          </a:xfrm>
          <a:prstGeom prst="rect">
            <a:avLst/>
          </a:prstGeom>
        </p:spPr>
        <p:txBody>
          <a:bodyPr vert="horz" wrap="square" lIns="0" tIns="12700" rIns="0" bIns="0" rtlCol="0">
            <a:spAutoFit/>
          </a:bodyPr>
          <a:lstStyle/>
          <a:p>
            <a:pPr marL="12700">
              <a:lnSpc>
                <a:spcPct val="100000"/>
              </a:lnSpc>
              <a:spcBef>
                <a:spcPts val="100"/>
              </a:spcBef>
            </a:pPr>
            <a:r>
              <a:rPr sz="2700" spc="-5" dirty="0">
                <a:solidFill>
                  <a:srgbClr val="92176C"/>
                </a:solidFill>
                <a:latin typeface="Calibri"/>
                <a:cs typeface="Calibri"/>
              </a:rPr>
              <a:t>Design </a:t>
            </a:r>
            <a:r>
              <a:rPr sz="2700" dirty="0">
                <a:solidFill>
                  <a:srgbClr val="92176C"/>
                </a:solidFill>
                <a:latin typeface="Calibri"/>
                <a:cs typeface="Calibri"/>
              </a:rPr>
              <a:t>&amp; </a:t>
            </a:r>
            <a:r>
              <a:rPr sz="2700" spc="-10" dirty="0">
                <a:solidFill>
                  <a:srgbClr val="92176C"/>
                </a:solidFill>
                <a:latin typeface="Calibri"/>
                <a:cs typeface="Calibri"/>
              </a:rPr>
              <a:t>Develop </a:t>
            </a:r>
            <a:r>
              <a:rPr sz="2700" spc="-20" dirty="0">
                <a:solidFill>
                  <a:srgbClr val="92176C"/>
                </a:solidFill>
                <a:latin typeface="Calibri"/>
                <a:cs typeface="Calibri"/>
              </a:rPr>
              <a:t>Front </a:t>
            </a:r>
            <a:r>
              <a:rPr sz="2700" spc="-5" dirty="0">
                <a:solidFill>
                  <a:srgbClr val="92176C"/>
                </a:solidFill>
                <a:latin typeface="Calibri"/>
                <a:cs typeface="Calibri"/>
              </a:rPr>
              <a:t>End Community</a:t>
            </a:r>
            <a:r>
              <a:rPr sz="2700" spc="-40" dirty="0">
                <a:solidFill>
                  <a:srgbClr val="92176C"/>
                </a:solidFill>
                <a:latin typeface="Calibri"/>
                <a:cs typeface="Calibri"/>
              </a:rPr>
              <a:t> </a:t>
            </a:r>
            <a:r>
              <a:rPr sz="2700" spc="-20" dirty="0">
                <a:solidFill>
                  <a:srgbClr val="92176C"/>
                </a:solidFill>
                <a:latin typeface="Calibri"/>
                <a:cs typeface="Calibri"/>
              </a:rPr>
              <a:t>Portal</a:t>
            </a:r>
            <a:endParaRPr sz="2700">
              <a:latin typeface="Calibri"/>
              <a:cs typeface="Calibri"/>
            </a:endParaRPr>
          </a:p>
        </p:txBody>
      </p:sp>
      <p:sp>
        <p:nvSpPr>
          <p:cNvPr id="6" name="object 6"/>
          <p:cNvSpPr txBox="1"/>
          <p:nvPr/>
        </p:nvSpPr>
        <p:spPr>
          <a:xfrm>
            <a:off x="78739" y="3436746"/>
            <a:ext cx="1219835" cy="254000"/>
          </a:xfrm>
          <a:prstGeom prst="rect">
            <a:avLst/>
          </a:prstGeom>
        </p:spPr>
        <p:txBody>
          <a:bodyPr vert="horz" wrap="square" lIns="0" tIns="12700" rIns="0" bIns="0" rtlCol="0">
            <a:spAutoFit/>
          </a:bodyPr>
          <a:lstStyle/>
          <a:p>
            <a:pPr marL="12700">
              <a:lnSpc>
                <a:spcPct val="100000"/>
              </a:lnSpc>
              <a:spcBef>
                <a:spcPts val="100"/>
              </a:spcBef>
            </a:pPr>
            <a:r>
              <a:rPr sz="1500" dirty="0">
                <a:solidFill>
                  <a:srgbClr val="92176C"/>
                </a:solidFill>
                <a:latin typeface="Calibri"/>
                <a:cs typeface="Calibri"/>
              </a:rPr>
              <a:t>Module</a:t>
            </a:r>
            <a:r>
              <a:rPr sz="1500" spc="-55" dirty="0">
                <a:solidFill>
                  <a:srgbClr val="92176C"/>
                </a:solidFill>
                <a:latin typeface="Calibri"/>
                <a:cs typeface="Calibri"/>
              </a:rPr>
              <a:t> </a:t>
            </a:r>
            <a:r>
              <a:rPr sz="1500" spc="-10" dirty="0">
                <a:solidFill>
                  <a:srgbClr val="92176C"/>
                </a:solidFill>
                <a:latin typeface="Calibri"/>
                <a:cs typeface="Calibri"/>
              </a:rPr>
              <a:t>Project</a:t>
            </a:r>
            <a:endParaRPr sz="1500">
              <a:latin typeface="Calibri"/>
              <a:cs typeface="Calibri"/>
            </a:endParaRPr>
          </a:p>
        </p:txBody>
      </p:sp>
      <p:sp>
        <p:nvSpPr>
          <p:cNvPr id="7" name="object 7"/>
          <p:cNvSpPr txBox="1"/>
          <p:nvPr/>
        </p:nvSpPr>
        <p:spPr>
          <a:xfrm>
            <a:off x="32003" y="4724399"/>
            <a:ext cx="4325621" cy="798488"/>
          </a:xfrm>
          <a:prstGeom prst="rect">
            <a:avLst/>
          </a:prstGeom>
          <a:solidFill>
            <a:srgbClr val="F1F1F1"/>
          </a:solidFill>
        </p:spPr>
        <p:txBody>
          <a:bodyPr vert="horz" wrap="square" lIns="0" tIns="41275" rIns="0" bIns="0" rtlCol="0">
            <a:spAutoFit/>
          </a:bodyPr>
          <a:lstStyle/>
          <a:p>
            <a:pPr marL="90805">
              <a:lnSpc>
                <a:spcPct val="100000"/>
              </a:lnSpc>
              <a:spcBef>
                <a:spcPts val="325"/>
              </a:spcBef>
              <a:tabLst>
                <a:tab pos="1462405" algn="l"/>
              </a:tabLst>
            </a:pPr>
            <a:r>
              <a:rPr sz="1400" b="1" spc="-5" dirty="0">
                <a:latin typeface="Calibri"/>
                <a:cs typeface="Calibri"/>
              </a:rPr>
              <a:t>Start</a:t>
            </a:r>
            <a:r>
              <a:rPr sz="1400" b="1" spc="-25" dirty="0">
                <a:latin typeface="Calibri"/>
                <a:cs typeface="Calibri"/>
              </a:rPr>
              <a:t> </a:t>
            </a:r>
            <a:r>
              <a:rPr sz="1400" b="1" spc="-5" dirty="0">
                <a:latin typeface="Calibri"/>
                <a:cs typeface="Calibri"/>
              </a:rPr>
              <a:t>Date</a:t>
            </a:r>
            <a:r>
              <a:rPr lang="en-US" sz="1400" b="1" spc="-5" dirty="0">
                <a:latin typeface="Calibri"/>
                <a:cs typeface="Calibri"/>
              </a:rPr>
              <a:t>	</a:t>
            </a:r>
            <a:r>
              <a:rPr sz="1400" b="1" dirty="0">
                <a:latin typeface="Calibri"/>
                <a:cs typeface="Calibri"/>
              </a:rPr>
              <a:t>:</a:t>
            </a:r>
            <a:r>
              <a:rPr lang="en-US" sz="1400" b="1" dirty="0">
                <a:latin typeface="Calibri"/>
                <a:cs typeface="Calibri"/>
              </a:rPr>
              <a:t>  21 June 2022</a:t>
            </a:r>
            <a:endParaRPr sz="1400" dirty="0">
              <a:latin typeface="Calibri"/>
              <a:cs typeface="Calibri"/>
            </a:endParaRPr>
          </a:p>
          <a:p>
            <a:pPr marL="90805" marR="2803525">
              <a:lnSpc>
                <a:spcPct val="130700"/>
              </a:lnSpc>
              <a:tabLst>
                <a:tab pos="1462405" algn="l"/>
              </a:tabLst>
            </a:pPr>
            <a:r>
              <a:rPr sz="1400" b="1" dirty="0">
                <a:latin typeface="Calibri"/>
                <a:cs typeface="Calibri"/>
              </a:rPr>
              <a:t>End</a:t>
            </a:r>
            <a:r>
              <a:rPr lang="en-US" sz="1400" b="1" spc="-15" dirty="0">
                <a:latin typeface="Calibri"/>
                <a:cs typeface="Calibri"/>
              </a:rPr>
              <a:t> </a:t>
            </a:r>
            <a:r>
              <a:rPr sz="1400" b="1" spc="-5" dirty="0">
                <a:latin typeface="Calibri"/>
                <a:cs typeface="Calibri"/>
              </a:rPr>
              <a:t>D</a:t>
            </a:r>
            <a:r>
              <a:rPr sz="1400" b="1" spc="-10" dirty="0">
                <a:latin typeface="Calibri"/>
                <a:cs typeface="Calibri"/>
              </a:rPr>
              <a:t>at</a:t>
            </a:r>
            <a:r>
              <a:rPr sz="1400" b="1" dirty="0">
                <a:latin typeface="Calibri"/>
                <a:cs typeface="Calibri"/>
              </a:rPr>
              <a:t>e</a:t>
            </a:r>
            <a:r>
              <a:rPr lang="en-US" sz="1400" b="1" dirty="0">
                <a:latin typeface="Calibri"/>
                <a:cs typeface="Calibri"/>
              </a:rPr>
              <a:t>	: </a:t>
            </a:r>
            <a:r>
              <a:rPr sz="1400" b="1" dirty="0">
                <a:latin typeface="Calibri"/>
                <a:cs typeface="Calibri"/>
              </a:rPr>
              <a:t>Submiss</a:t>
            </a:r>
            <a:r>
              <a:rPr sz="1400" b="1" spc="5" dirty="0">
                <a:latin typeface="Calibri"/>
                <a:cs typeface="Calibri"/>
              </a:rPr>
              <a:t>i</a:t>
            </a:r>
            <a:r>
              <a:rPr sz="1400" b="1" dirty="0">
                <a:latin typeface="Calibri"/>
                <a:cs typeface="Calibri"/>
              </a:rPr>
              <a:t>on</a:t>
            </a:r>
            <a:r>
              <a:rPr sz="1400" b="1" spc="-25" dirty="0">
                <a:latin typeface="Calibri"/>
                <a:cs typeface="Calibri"/>
              </a:rPr>
              <a:t> </a:t>
            </a:r>
            <a:r>
              <a:rPr sz="1400" b="1" spc="-5" dirty="0">
                <a:latin typeface="Calibri"/>
                <a:cs typeface="Calibri"/>
              </a:rPr>
              <a:t>D</a:t>
            </a:r>
            <a:r>
              <a:rPr sz="1400" b="1" spc="-10" dirty="0">
                <a:latin typeface="Calibri"/>
                <a:cs typeface="Calibri"/>
              </a:rPr>
              <a:t>at</a:t>
            </a:r>
            <a:r>
              <a:rPr sz="1400" b="1" dirty="0">
                <a:latin typeface="Calibri"/>
                <a:cs typeface="Calibri"/>
              </a:rPr>
              <a:t>e	:</a:t>
            </a:r>
            <a:endParaRPr sz="1400" dirty="0">
              <a:latin typeface="Calibri"/>
              <a:cs typeface="Calibri"/>
            </a:endParaRPr>
          </a:p>
        </p:txBody>
      </p:sp>
      <p:sp>
        <p:nvSpPr>
          <p:cNvPr id="8" name="object 8"/>
          <p:cNvSpPr txBox="1"/>
          <p:nvPr/>
        </p:nvSpPr>
        <p:spPr>
          <a:xfrm>
            <a:off x="32003" y="3933444"/>
            <a:ext cx="7295515" cy="719455"/>
          </a:xfrm>
          <a:prstGeom prst="rect">
            <a:avLst/>
          </a:prstGeom>
          <a:solidFill>
            <a:srgbClr val="F1F1F1"/>
          </a:solidFill>
        </p:spPr>
        <p:txBody>
          <a:bodyPr vert="horz" wrap="square" lIns="0" tIns="41275" rIns="0" bIns="0" rtlCol="0">
            <a:spAutoFit/>
          </a:bodyPr>
          <a:lstStyle/>
          <a:p>
            <a:pPr marL="41910">
              <a:lnSpc>
                <a:spcPct val="100000"/>
              </a:lnSpc>
              <a:spcBef>
                <a:spcPts val="325"/>
              </a:spcBef>
            </a:pPr>
            <a:r>
              <a:rPr sz="1400" b="1" dirty="0">
                <a:latin typeface="Calibri"/>
                <a:cs typeface="Calibri"/>
              </a:rPr>
              <a:t>Module: </a:t>
            </a:r>
            <a:r>
              <a:rPr sz="1400" spc="-5" dirty="0">
                <a:latin typeface="Calibri"/>
                <a:cs typeface="Calibri"/>
              </a:rPr>
              <a:t>NICF-UI</a:t>
            </a:r>
            <a:r>
              <a:rPr sz="1400" spc="-65" dirty="0">
                <a:latin typeface="Calibri"/>
                <a:cs typeface="Calibri"/>
              </a:rPr>
              <a:t> </a:t>
            </a:r>
            <a:r>
              <a:rPr sz="1400" spc="-10" dirty="0">
                <a:latin typeface="Calibri"/>
                <a:cs typeface="Calibri"/>
              </a:rPr>
              <a:t>Frameworks</a:t>
            </a:r>
            <a:endParaRPr sz="1400">
              <a:latin typeface="Calibri"/>
              <a:cs typeface="Calibri"/>
            </a:endParaRPr>
          </a:p>
          <a:p>
            <a:pPr marL="41910">
              <a:lnSpc>
                <a:spcPct val="100000"/>
              </a:lnSpc>
              <a:spcBef>
                <a:spcPts val="520"/>
              </a:spcBef>
            </a:pPr>
            <a:r>
              <a:rPr sz="1400" spc="-10" dirty="0">
                <a:latin typeface="Calibri"/>
                <a:cs typeface="Calibri"/>
              </a:rPr>
              <a:t>Course: </a:t>
            </a:r>
            <a:r>
              <a:rPr sz="1400" spc="-5" dirty="0">
                <a:latin typeface="Calibri"/>
                <a:cs typeface="Calibri"/>
              </a:rPr>
              <a:t>NICF-Advanced Certificate </a:t>
            </a:r>
            <a:r>
              <a:rPr sz="1400" dirty="0">
                <a:latin typeface="Calibri"/>
                <a:cs typeface="Calibri"/>
              </a:rPr>
              <a:t>in </a:t>
            </a:r>
            <a:r>
              <a:rPr sz="1400" spc="-15" dirty="0">
                <a:latin typeface="Calibri"/>
                <a:cs typeface="Calibri"/>
              </a:rPr>
              <a:t>Web</a:t>
            </a:r>
            <a:r>
              <a:rPr sz="1400" dirty="0">
                <a:latin typeface="Calibri"/>
                <a:cs typeface="Calibri"/>
              </a:rPr>
              <a:t> </a:t>
            </a:r>
            <a:r>
              <a:rPr sz="1400" spc="-5" dirty="0">
                <a:latin typeface="Calibri"/>
                <a:cs typeface="Calibri"/>
              </a:rPr>
              <a:t>Development</a:t>
            </a:r>
            <a:endParaRPr sz="1400">
              <a:latin typeface="Calibri"/>
              <a:cs typeface="Calibri"/>
            </a:endParaRPr>
          </a:p>
        </p:txBody>
      </p:sp>
      <p:sp>
        <p:nvSpPr>
          <p:cNvPr id="9" name="object 9"/>
          <p:cNvSpPr/>
          <p:nvPr/>
        </p:nvSpPr>
        <p:spPr>
          <a:xfrm>
            <a:off x="4457700" y="4724399"/>
            <a:ext cx="4325620" cy="914400"/>
          </a:xfrm>
          <a:custGeom>
            <a:avLst/>
            <a:gdLst/>
            <a:ahLst/>
            <a:cxnLst/>
            <a:rect l="l" t="t" r="r" b="b"/>
            <a:pathLst>
              <a:path w="4325620" h="1007745">
                <a:moveTo>
                  <a:pt x="0" y="1007363"/>
                </a:moveTo>
                <a:lnTo>
                  <a:pt x="4325112" y="1007363"/>
                </a:lnTo>
                <a:lnTo>
                  <a:pt x="4325112" y="0"/>
                </a:lnTo>
                <a:lnTo>
                  <a:pt x="0" y="0"/>
                </a:lnTo>
                <a:lnTo>
                  <a:pt x="0" y="1007363"/>
                </a:lnTo>
                <a:close/>
              </a:path>
            </a:pathLst>
          </a:custGeom>
          <a:solidFill>
            <a:srgbClr val="F1F1F1"/>
          </a:solidFill>
        </p:spPr>
        <p:txBody>
          <a:bodyPr wrap="square" lIns="0" tIns="0" rIns="0" bIns="0" rtlCol="0"/>
          <a:lstStyle/>
          <a:p>
            <a:endParaRPr dirty="0"/>
          </a:p>
        </p:txBody>
      </p:sp>
      <p:sp>
        <p:nvSpPr>
          <p:cNvPr id="10" name="object 10"/>
          <p:cNvSpPr txBox="1"/>
          <p:nvPr/>
        </p:nvSpPr>
        <p:spPr>
          <a:xfrm>
            <a:off x="4600702" y="4687671"/>
            <a:ext cx="1055370" cy="583565"/>
          </a:xfrm>
          <a:prstGeom prst="rect">
            <a:avLst/>
          </a:prstGeom>
        </p:spPr>
        <p:txBody>
          <a:bodyPr vert="horz" wrap="square" lIns="0" tIns="12700" rIns="0" bIns="0" rtlCol="0">
            <a:spAutoFit/>
          </a:bodyPr>
          <a:lstStyle/>
          <a:p>
            <a:pPr marR="5080">
              <a:lnSpc>
                <a:spcPct val="130700"/>
              </a:lnSpc>
              <a:spcBef>
                <a:spcPts val="100"/>
              </a:spcBef>
            </a:pPr>
            <a:r>
              <a:rPr sz="1400" b="1" spc="-5" dirty="0">
                <a:latin typeface="Calibri"/>
                <a:cs typeface="Calibri"/>
              </a:rPr>
              <a:t>Learner</a:t>
            </a:r>
            <a:r>
              <a:rPr sz="1400" b="1" spc="-90" dirty="0">
                <a:latin typeface="Calibri"/>
                <a:cs typeface="Calibri"/>
              </a:rPr>
              <a:t> </a:t>
            </a:r>
            <a:r>
              <a:rPr sz="1400" b="1" dirty="0">
                <a:latin typeface="Calibri"/>
                <a:cs typeface="Calibri"/>
              </a:rPr>
              <a:t>Name  </a:t>
            </a:r>
            <a:r>
              <a:rPr sz="1400" b="1" spc="-5" dirty="0">
                <a:latin typeface="Calibri"/>
                <a:cs typeface="Calibri"/>
              </a:rPr>
              <a:t>Enrollment</a:t>
            </a:r>
            <a:r>
              <a:rPr sz="1400" b="1" spc="-75" dirty="0">
                <a:latin typeface="Calibri"/>
                <a:cs typeface="Calibri"/>
              </a:rPr>
              <a:t> </a:t>
            </a:r>
            <a:r>
              <a:rPr sz="1400" b="1" dirty="0">
                <a:latin typeface="Calibri"/>
                <a:cs typeface="Calibri"/>
              </a:rPr>
              <a:t>ID</a:t>
            </a:r>
            <a:endParaRPr sz="1400">
              <a:latin typeface="Calibri"/>
              <a:cs typeface="Calibri"/>
            </a:endParaRPr>
          </a:p>
        </p:txBody>
      </p:sp>
      <p:sp>
        <p:nvSpPr>
          <p:cNvPr id="11" name="object 11"/>
          <p:cNvSpPr txBox="1"/>
          <p:nvPr/>
        </p:nvSpPr>
        <p:spPr>
          <a:xfrm>
            <a:off x="5972554" y="4687671"/>
            <a:ext cx="2714245" cy="583565"/>
          </a:xfrm>
          <a:prstGeom prst="rect">
            <a:avLst/>
          </a:prstGeom>
        </p:spPr>
        <p:txBody>
          <a:bodyPr vert="horz" wrap="square" lIns="0" tIns="78105" rIns="0" bIns="0" rtlCol="0">
            <a:spAutoFit/>
          </a:bodyPr>
          <a:lstStyle/>
          <a:p>
            <a:pPr>
              <a:lnSpc>
                <a:spcPct val="100000"/>
              </a:lnSpc>
              <a:spcBef>
                <a:spcPts val="615"/>
              </a:spcBef>
            </a:pPr>
            <a:r>
              <a:rPr sz="1400" b="1" dirty="0">
                <a:latin typeface="Calibri"/>
                <a:cs typeface="Calibri"/>
              </a:rPr>
              <a:t>:</a:t>
            </a:r>
            <a:r>
              <a:rPr lang="en-US" sz="1400" b="1" dirty="0">
                <a:latin typeface="Calibri"/>
                <a:cs typeface="Calibri"/>
              </a:rPr>
              <a:t> Viddy </a:t>
            </a:r>
            <a:r>
              <a:rPr lang="en-US" sz="1400" b="1" dirty="0" err="1">
                <a:latin typeface="Calibri"/>
                <a:cs typeface="Calibri"/>
              </a:rPr>
              <a:t>Virstandi</a:t>
            </a:r>
            <a:r>
              <a:rPr lang="en-US" sz="1400" b="1" dirty="0">
                <a:latin typeface="Calibri"/>
                <a:cs typeface="Calibri"/>
              </a:rPr>
              <a:t> P.A.P</a:t>
            </a:r>
            <a:endParaRPr sz="1400" dirty="0">
              <a:latin typeface="Calibri"/>
              <a:cs typeface="Calibri"/>
            </a:endParaRPr>
          </a:p>
          <a:p>
            <a:pPr>
              <a:lnSpc>
                <a:spcPct val="100000"/>
              </a:lnSpc>
              <a:spcBef>
                <a:spcPts val="515"/>
              </a:spcBef>
            </a:pPr>
            <a:r>
              <a:rPr sz="1400" b="1" dirty="0">
                <a:latin typeface="Calibri"/>
                <a:cs typeface="Calibri"/>
              </a:rPr>
              <a:t>:</a:t>
            </a:r>
            <a:r>
              <a:rPr lang="en-US" sz="1400" b="1" dirty="0">
                <a:latin typeface="Calibri"/>
                <a:cs typeface="Calibri"/>
              </a:rPr>
              <a:t> BDSE04-0322</a:t>
            </a:r>
            <a:endParaRPr sz="1400" dirty="0">
              <a:latin typeface="Calibri"/>
              <a:cs typeface="Calibri"/>
            </a:endParaRPr>
          </a:p>
        </p:txBody>
      </p:sp>
      <p:sp>
        <p:nvSpPr>
          <p:cNvPr id="12" name="object 12"/>
          <p:cNvSpPr txBox="1"/>
          <p:nvPr/>
        </p:nvSpPr>
        <p:spPr>
          <a:xfrm>
            <a:off x="4600701" y="5310378"/>
            <a:ext cx="4086097" cy="228268"/>
          </a:xfrm>
          <a:prstGeom prst="rect">
            <a:avLst/>
          </a:prstGeom>
        </p:spPr>
        <p:txBody>
          <a:bodyPr vert="horz" wrap="square" lIns="0" tIns="12700" rIns="0" bIns="0" rtlCol="0">
            <a:spAutoFit/>
          </a:bodyPr>
          <a:lstStyle/>
          <a:p>
            <a:pPr>
              <a:lnSpc>
                <a:spcPct val="100000"/>
              </a:lnSpc>
              <a:spcBef>
                <a:spcPts val="100"/>
              </a:spcBef>
            </a:pPr>
            <a:r>
              <a:rPr sz="1400" b="1" spc="-5" dirty="0">
                <a:latin typeface="Calibri"/>
                <a:cs typeface="Calibri"/>
              </a:rPr>
              <a:t>Presentation Date</a:t>
            </a:r>
            <a:r>
              <a:rPr sz="1400" b="1" spc="-114" dirty="0">
                <a:latin typeface="Calibri"/>
                <a:cs typeface="Calibri"/>
              </a:rPr>
              <a:t> </a:t>
            </a:r>
            <a:r>
              <a:rPr lang="en-US" sz="1400" b="1" spc="-114" dirty="0">
                <a:latin typeface="Calibri"/>
                <a:cs typeface="Calibri"/>
              </a:rPr>
              <a:t> </a:t>
            </a:r>
            <a:r>
              <a:rPr sz="1400" b="1" dirty="0">
                <a:latin typeface="Calibri"/>
                <a:cs typeface="Calibri"/>
              </a:rPr>
              <a:t>:</a:t>
            </a:r>
            <a:endParaRPr sz="1400" dirty="0">
              <a:latin typeface="Calibri"/>
              <a:cs typeface="Calibri"/>
            </a:endParaRPr>
          </a:p>
        </p:txBody>
      </p:sp>
      <p:sp>
        <p:nvSpPr>
          <p:cNvPr id="14" name="TextBox 13">
            <a:extLst>
              <a:ext uri="{FF2B5EF4-FFF2-40B4-BE49-F238E27FC236}">
                <a16:creationId xmlns:a16="http://schemas.microsoft.com/office/drawing/2014/main" id="{5D2CBCC4-A4F5-4353-B24E-55A86AC40D82}"/>
              </a:ext>
            </a:extLst>
          </p:cNvPr>
          <p:cNvSpPr txBox="1"/>
          <p:nvPr/>
        </p:nvSpPr>
        <p:spPr>
          <a:xfrm>
            <a:off x="1542625" y="4988770"/>
            <a:ext cx="1276775" cy="307777"/>
          </a:xfrm>
          <a:prstGeom prst="rect">
            <a:avLst/>
          </a:prstGeom>
          <a:noFill/>
        </p:spPr>
        <p:txBody>
          <a:bodyPr wrap="square" rtlCol="0">
            <a:spAutoFit/>
          </a:bodyPr>
          <a:lstStyle/>
          <a:p>
            <a:r>
              <a:rPr lang="en-US" sz="1400" b="1" dirty="0"/>
              <a:t>19 July 2022</a:t>
            </a:r>
          </a:p>
        </p:txBody>
      </p:sp>
      <p:sp>
        <p:nvSpPr>
          <p:cNvPr id="15" name="TextBox 14">
            <a:extLst>
              <a:ext uri="{FF2B5EF4-FFF2-40B4-BE49-F238E27FC236}">
                <a16:creationId xmlns:a16="http://schemas.microsoft.com/office/drawing/2014/main" id="{B04AA5E1-BB69-47F3-8673-D78545281E80}"/>
              </a:ext>
            </a:extLst>
          </p:cNvPr>
          <p:cNvSpPr txBox="1"/>
          <p:nvPr/>
        </p:nvSpPr>
        <p:spPr>
          <a:xfrm>
            <a:off x="1529296" y="5230869"/>
            <a:ext cx="1276775" cy="307777"/>
          </a:xfrm>
          <a:prstGeom prst="rect">
            <a:avLst/>
          </a:prstGeom>
          <a:noFill/>
        </p:spPr>
        <p:txBody>
          <a:bodyPr wrap="square" rtlCol="0">
            <a:spAutoFit/>
          </a:bodyPr>
          <a:lstStyle/>
          <a:p>
            <a:r>
              <a:rPr lang="en-US" sz="1400" b="1" dirty="0"/>
              <a:t>14 July 2022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3792" y="429005"/>
            <a:ext cx="2853055" cy="452120"/>
          </a:xfrm>
          <a:prstGeom prst="rect">
            <a:avLst/>
          </a:prstGeom>
        </p:spPr>
        <p:txBody>
          <a:bodyPr vert="horz" wrap="square" lIns="0" tIns="12065" rIns="0" bIns="0" rtlCol="0">
            <a:spAutoFit/>
          </a:bodyPr>
          <a:lstStyle/>
          <a:p>
            <a:pPr marL="12700">
              <a:lnSpc>
                <a:spcPct val="100000"/>
              </a:lnSpc>
              <a:spcBef>
                <a:spcPts val="95"/>
              </a:spcBef>
            </a:pPr>
            <a:r>
              <a:rPr spc="-5" dirty="0"/>
              <a:t>Document</a:t>
            </a:r>
            <a:r>
              <a:rPr spc="-20" dirty="0"/>
              <a:t> </a:t>
            </a:r>
            <a:r>
              <a:rPr spc="-5" dirty="0"/>
              <a:t>History</a:t>
            </a:r>
          </a:p>
        </p:txBody>
      </p:sp>
      <p:graphicFrame>
        <p:nvGraphicFramePr>
          <p:cNvPr id="3" name="object 3"/>
          <p:cNvGraphicFramePr>
            <a:graphicFrameLocks noGrp="1"/>
          </p:cNvGraphicFramePr>
          <p:nvPr/>
        </p:nvGraphicFramePr>
        <p:xfrm>
          <a:off x="173037" y="1909826"/>
          <a:ext cx="8641079" cy="4005196"/>
        </p:xfrm>
        <a:graphic>
          <a:graphicData uri="http://schemas.openxmlformats.org/drawingml/2006/table">
            <a:tbl>
              <a:tblPr firstRow="1" bandRow="1">
                <a:tableStyleId>{2D5ABB26-0587-4C30-8999-92F81FD0307C}</a:tableStyleId>
              </a:tblPr>
              <a:tblGrid>
                <a:gridCol w="1036955">
                  <a:extLst>
                    <a:ext uri="{9D8B030D-6E8A-4147-A177-3AD203B41FA5}">
                      <a16:colId xmlns:a16="http://schemas.microsoft.com/office/drawing/2014/main" val="20000"/>
                    </a:ext>
                  </a:extLst>
                </a:gridCol>
                <a:gridCol w="2160270">
                  <a:extLst>
                    <a:ext uri="{9D8B030D-6E8A-4147-A177-3AD203B41FA5}">
                      <a16:colId xmlns:a16="http://schemas.microsoft.com/office/drawing/2014/main" val="20001"/>
                    </a:ext>
                  </a:extLst>
                </a:gridCol>
                <a:gridCol w="3197225">
                  <a:extLst>
                    <a:ext uri="{9D8B030D-6E8A-4147-A177-3AD203B41FA5}">
                      <a16:colId xmlns:a16="http://schemas.microsoft.com/office/drawing/2014/main" val="20002"/>
                    </a:ext>
                  </a:extLst>
                </a:gridCol>
                <a:gridCol w="2246629">
                  <a:extLst>
                    <a:ext uri="{9D8B030D-6E8A-4147-A177-3AD203B41FA5}">
                      <a16:colId xmlns:a16="http://schemas.microsoft.com/office/drawing/2014/main" val="20003"/>
                    </a:ext>
                  </a:extLst>
                </a:gridCol>
              </a:tblGrid>
              <a:tr h="970914">
                <a:tc>
                  <a:txBody>
                    <a:bodyPr/>
                    <a:lstStyle/>
                    <a:p>
                      <a:pPr>
                        <a:lnSpc>
                          <a:spcPct val="100000"/>
                        </a:lnSpc>
                        <a:spcBef>
                          <a:spcPts val="10"/>
                        </a:spcBef>
                      </a:pPr>
                      <a:endParaRPr sz="1550">
                        <a:latin typeface="Times New Roman"/>
                        <a:cs typeface="Times New Roman"/>
                      </a:endParaRPr>
                    </a:p>
                    <a:p>
                      <a:pPr marL="173355" marR="165735" indent="28575">
                        <a:lnSpc>
                          <a:spcPct val="100600"/>
                        </a:lnSpc>
                      </a:pPr>
                      <a:r>
                        <a:rPr sz="1600" b="1" spc="-20" dirty="0">
                          <a:solidFill>
                            <a:srgbClr val="FFFFFF"/>
                          </a:solidFill>
                          <a:latin typeface="Calibri"/>
                          <a:cs typeface="Calibri"/>
                        </a:rPr>
                        <a:t>Version  </a:t>
                      </a:r>
                      <a:r>
                        <a:rPr sz="1600" b="1" dirty="0">
                          <a:solidFill>
                            <a:srgbClr val="FFFFFF"/>
                          </a:solidFill>
                          <a:latin typeface="Calibri"/>
                          <a:cs typeface="Calibri"/>
                        </a:rPr>
                        <a:t>Num</a:t>
                      </a:r>
                      <a:r>
                        <a:rPr sz="1600" b="1" spc="-10" dirty="0">
                          <a:solidFill>
                            <a:srgbClr val="FFFFFF"/>
                          </a:solidFill>
                          <a:latin typeface="Calibri"/>
                          <a:cs typeface="Calibri"/>
                        </a:rPr>
                        <a:t>b</a:t>
                      </a:r>
                      <a:r>
                        <a:rPr sz="1600" b="1" spc="-5" dirty="0">
                          <a:solidFill>
                            <a:srgbClr val="FFFFFF"/>
                          </a:solidFill>
                          <a:latin typeface="Calibri"/>
                          <a:cs typeface="Calibri"/>
                        </a:rPr>
                        <a:t>er</a:t>
                      </a:r>
                      <a:endParaRPr sz="1600">
                        <a:latin typeface="Calibri"/>
                        <a:cs typeface="Calibri"/>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a:lnSpc>
                          <a:spcPct val="100000"/>
                        </a:lnSpc>
                      </a:pPr>
                      <a:endParaRPr sz="1600">
                        <a:latin typeface="Times New Roman"/>
                        <a:cs typeface="Times New Roman"/>
                      </a:endParaRPr>
                    </a:p>
                    <a:p>
                      <a:pPr marL="59690">
                        <a:lnSpc>
                          <a:spcPct val="100000"/>
                        </a:lnSpc>
                        <a:spcBef>
                          <a:spcPts val="935"/>
                        </a:spcBef>
                      </a:pPr>
                      <a:r>
                        <a:rPr sz="1600" b="1" spc="-15" dirty="0">
                          <a:solidFill>
                            <a:srgbClr val="FFFFFF"/>
                          </a:solidFill>
                          <a:latin typeface="Calibri"/>
                          <a:cs typeface="Calibri"/>
                        </a:rPr>
                        <a:t>Effective Date </a:t>
                      </a:r>
                      <a:r>
                        <a:rPr sz="1600" b="1" dirty="0">
                          <a:solidFill>
                            <a:srgbClr val="FFFFFF"/>
                          </a:solidFill>
                          <a:latin typeface="Calibri"/>
                          <a:cs typeface="Calibri"/>
                        </a:rPr>
                        <a:t>of </a:t>
                      </a:r>
                      <a:r>
                        <a:rPr sz="1600" b="1" spc="-10" dirty="0">
                          <a:solidFill>
                            <a:srgbClr val="FFFFFF"/>
                          </a:solidFill>
                          <a:latin typeface="Calibri"/>
                          <a:cs typeface="Calibri"/>
                        </a:rPr>
                        <a:t>release</a:t>
                      </a:r>
                      <a:endParaRPr sz="16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a:lnSpc>
                          <a:spcPct val="100000"/>
                        </a:lnSpc>
                      </a:pPr>
                      <a:endParaRPr sz="1600">
                        <a:latin typeface="Times New Roman"/>
                        <a:cs typeface="Times New Roman"/>
                      </a:endParaRPr>
                    </a:p>
                    <a:p>
                      <a:pPr marL="324485">
                        <a:lnSpc>
                          <a:spcPct val="100000"/>
                        </a:lnSpc>
                        <a:spcBef>
                          <a:spcPts val="935"/>
                        </a:spcBef>
                      </a:pPr>
                      <a:r>
                        <a:rPr sz="1600" b="1" spc="-5" dirty="0">
                          <a:solidFill>
                            <a:srgbClr val="FFFFFF"/>
                          </a:solidFill>
                          <a:latin typeface="Calibri"/>
                          <a:cs typeface="Calibri"/>
                        </a:rPr>
                        <a:t>Summary of </a:t>
                      </a:r>
                      <a:r>
                        <a:rPr sz="1600" b="1" spc="-10" dirty="0">
                          <a:solidFill>
                            <a:srgbClr val="FFFFFF"/>
                          </a:solidFill>
                          <a:latin typeface="Calibri"/>
                          <a:cs typeface="Calibri"/>
                        </a:rPr>
                        <a:t>Included</a:t>
                      </a:r>
                      <a:r>
                        <a:rPr sz="1600" b="1" spc="60" dirty="0">
                          <a:solidFill>
                            <a:srgbClr val="FFFFFF"/>
                          </a:solidFill>
                          <a:latin typeface="Calibri"/>
                          <a:cs typeface="Calibri"/>
                        </a:rPr>
                        <a:t> </a:t>
                      </a:r>
                      <a:r>
                        <a:rPr sz="1600" b="1" spc="-10" dirty="0">
                          <a:solidFill>
                            <a:srgbClr val="FFFFFF"/>
                          </a:solidFill>
                          <a:latin typeface="Calibri"/>
                          <a:cs typeface="Calibri"/>
                        </a:rPr>
                        <a:t>Changes</a:t>
                      </a:r>
                      <a:endParaRPr sz="16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a:lnSpc>
                          <a:spcPct val="100000"/>
                        </a:lnSpc>
                      </a:pPr>
                      <a:endParaRPr sz="1600">
                        <a:latin typeface="Times New Roman"/>
                        <a:cs typeface="Times New Roman"/>
                      </a:endParaRPr>
                    </a:p>
                    <a:p>
                      <a:pPr marL="1905" algn="ctr">
                        <a:lnSpc>
                          <a:spcPct val="100000"/>
                        </a:lnSpc>
                        <a:spcBef>
                          <a:spcPts val="935"/>
                        </a:spcBef>
                      </a:pPr>
                      <a:r>
                        <a:rPr sz="1600" b="1" spc="-5" dirty="0">
                          <a:solidFill>
                            <a:srgbClr val="FFFFFF"/>
                          </a:solidFill>
                          <a:latin typeface="Calibri"/>
                          <a:cs typeface="Calibri"/>
                        </a:rPr>
                        <a:t>Author</a:t>
                      </a:r>
                      <a:endParaRPr sz="16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606806">
                <a:tc>
                  <a:txBody>
                    <a:bodyPr/>
                    <a:lstStyle/>
                    <a:p>
                      <a:pPr marL="56515" algn="ctr">
                        <a:lnSpc>
                          <a:spcPct val="100000"/>
                        </a:lnSpc>
                        <a:spcBef>
                          <a:spcPts val="1345"/>
                        </a:spcBef>
                      </a:pPr>
                      <a:r>
                        <a:rPr sz="1600" dirty="0">
                          <a:latin typeface="Calibri"/>
                          <a:cs typeface="Calibri"/>
                        </a:rPr>
                        <a:t>1</a:t>
                      </a:r>
                      <a:endParaRPr sz="1600">
                        <a:latin typeface="Calibri"/>
                        <a:cs typeface="Calibri"/>
                      </a:endParaRPr>
                    </a:p>
                  </a:txBody>
                  <a:tcPr marL="0" marR="0" marT="1708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144780">
                        <a:lnSpc>
                          <a:spcPct val="100000"/>
                        </a:lnSpc>
                        <a:spcBef>
                          <a:spcPts val="1345"/>
                        </a:spcBef>
                      </a:pPr>
                      <a:r>
                        <a:rPr sz="1600" dirty="0">
                          <a:latin typeface="Calibri"/>
                          <a:cs typeface="Calibri"/>
                        </a:rPr>
                        <a:t>4</a:t>
                      </a:r>
                      <a:r>
                        <a:rPr sz="1575" baseline="26455" dirty="0">
                          <a:latin typeface="Calibri"/>
                          <a:cs typeface="Calibri"/>
                        </a:rPr>
                        <a:t>th </a:t>
                      </a:r>
                      <a:r>
                        <a:rPr sz="1600" spc="-10" dirty="0">
                          <a:latin typeface="Calibri"/>
                          <a:cs typeface="Calibri"/>
                        </a:rPr>
                        <a:t>March</a:t>
                      </a:r>
                      <a:r>
                        <a:rPr sz="1600" spc="-114" dirty="0">
                          <a:latin typeface="Calibri"/>
                          <a:cs typeface="Calibri"/>
                        </a:rPr>
                        <a:t> </a:t>
                      </a:r>
                      <a:r>
                        <a:rPr sz="1600" spc="-10" dirty="0">
                          <a:latin typeface="Calibri"/>
                          <a:cs typeface="Calibri"/>
                        </a:rPr>
                        <a:t>2016</a:t>
                      </a:r>
                      <a:endParaRPr sz="1600">
                        <a:latin typeface="Calibri"/>
                        <a:cs typeface="Calibri"/>
                      </a:endParaRPr>
                    </a:p>
                  </a:txBody>
                  <a:tcPr marL="0" marR="0" marT="1708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141605">
                        <a:lnSpc>
                          <a:spcPct val="100000"/>
                        </a:lnSpc>
                        <a:spcBef>
                          <a:spcPts val="1345"/>
                        </a:spcBef>
                      </a:pPr>
                      <a:r>
                        <a:rPr sz="1600" spc="-15" dirty="0">
                          <a:latin typeface="Calibri"/>
                          <a:cs typeface="Calibri"/>
                        </a:rPr>
                        <a:t>First</a:t>
                      </a:r>
                      <a:r>
                        <a:rPr sz="1600" spc="-5" dirty="0">
                          <a:latin typeface="Calibri"/>
                          <a:cs typeface="Calibri"/>
                        </a:rPr>
                        <a:t> </a:t>
                      </a:r>
                      <a:r>
                        <a:rPr sz="1600" spc="-10" dirty="0">
                          <a:latin typeface="Calibri"/>
                          <a:cs typeface="Calibri"/>
                        </a:rPr>
                        <a:t>Edition</a:t>
                      </a:r>
                      <a:endParaRPr sz="1600">
                        <a:latin typeface="Calibri"/>
                        <a:cs typeface="Calibri"/>
                      </a:endParaRPr>
                    </a:p>
                  </a:txBody>
                  <a:tcPr marL="0" marR="0" marT="1708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107314">
                        <a:lnSpc>
                          <a:spcPct val="100000"/>
                        </a:lnSpc>
                        <a:spcBef>
                          <a:spcPts val="1345"/>
                        </a:spcBef>
                      </a:pPr>
                      <a:r>
                        <a:rPr sz="1600" spc="-15" dirty="0">
                          <a:latin typeface="Calibri"/>
                          <a:cs typeface="Calibri"/>
                        </a:rPr>
                        <a:t>Satya</a:t>
                      </a:r>
                      <a:r>
                        <a:rPr sz="1600" spc="-10" dirty="0">
                          <a:latin typeface="Calibri"/>
                          <a:cs typeface="Calibri"/>
                        </a:rPr>
                        <a:t> CVS</a:t>
                      </a:r>
                      <a:endParaRPr sz="1600">
                        <a:latin typeface="Calibri"/>
                        <a:cs typeface="Calibri"/>
                      </a:endParaRPr>
                    </a:p>
                  </a:txBody>
                  <a:tcPr marL="0" marR="0" marT="1708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606932">
                <a:tc>
                  <a:txBody>
                    <a:bodyPr/>
                    <a:lstStyle/>
                    <a:p>
                      <a:pPr marL="102235" algn="ctr">
                        <a:lnSpc>
                          <a:spcPct val="100000"/>
                        </a:lnSpc>
                        <a:spcBef>
                          <a:spcPts val="1345"/>
                        </a:spcBef>
                      </a:pPr>
                      <a:r>
                        <a:rPr sz="1600" dirty="0">
                          <a:latin typeface="Calibri"/>
                          <a:cs typeface="Calibri"/>
                        </a:rPr>
                        <a:t>2</a:t>
                      </a:r>
                      <a:endParaRPr sz="1600">
                        <a:latin typeface="Calibri"/>
                        <a:cs typeface="Calibri"/>
                      </a:endParaRPr>
                    </a:p>
                  </a:txBody>
                  <a:tcPr marL="0" marR="0" marT="1708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44780">
                        <a:lnSpc>
                          <a:spcPct val="100000"/>
                        </a:lnSpc>
                        <a:spcBef>
                          <a:spcPts val="1345"/>
                        </a:spcBef>
                      </a:pPr>
                      <a:r>
                        <a:rPr sz="1600" dirty="0">
                          <a:latin typeface="Calibri"/>
                          <a:cs typeface="Calibri"/>
                        </a:rPr>
                        <a:t>7</a:t>
                      </a:r>
                      <a:r>
                        <a:rPr sz="1575" baseline="26455" dirty="0">
                          <a:latin typeface="Calibri"/>
                          <a:cs typeface="Calibri"/>
                        </a:rPr>
                        <a:t>th </a:t>
                      </a:r>
                      <a:r>
                        <a:rPr sz="1600" spc="-5" dirty="0">
                          <a:latin typeface="Calibri"/>
                          <a:cs typeface="Calibri"/>
                        </a:rPr>
                        <a:t>April</a:t>
                      </a:r>
                      <a:r>
                        <a:rPr sz="1600" spc="-125" dirty="0">
                          <a:latin typeface="Calibri"/>
                          <a:cs typeface="Calibri"/>
                        </a:rPr>
                        <a:t> </a:t>
                      </a:r>
                      <a:r>
                        <a:rPr sz="1600" spc="-10" dirty="0">
                          <a:latin typeface="Calibri"/>
                          <a:cs typeface="Calibri"/>
                        </a:rPr>
                        <a:t>2017</a:t>
                      </a:r>
                      <a:endParaRPr sz="1600">
                        <a:latin typeface="Calibri"/>
                        <a:cs typeface="Calibri"/>
                      </a:endParaRPr>
                    </a:p>
                  </a:txBody>
                  <a:tcPr marL="0" marR="0" marT="1708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41605">
                        <a:lnSpc>
                          <a:spcPct val="100000"/>
                        </a:lnSpc>
                        <a:spcBef>
                          <a:spcPts val="1395"/>
                        </a:spcBef>
                      </a:pPr>
                      <a:r>
                        <a:rPr sz="1600" spc="-10" dirty="0">
                          <a:latin typeface="Cambria"/>
                          <a:cs typeface="Cambria"/>
                        </a:rPr>
                        <a:t>Changed </a:t>
                      </a:r>
                      <a:r>
                        <a:rPr sz="1600" spc="-15" dirty="0">
                          <a:latin typeface="Cambria"/>
                          <a:cs typeface="Cambria"/>
                        </a:rPr>
                        <a:t>for </a:t>
                      </a:r>
                      <a:r>
                        <a:rPr sz="1600" spc="-5" dirty="0">
                          <a:latin typeface="Cambria"/>
                          <a:cs typeface="Cambria"/>
                        </a:rPr>
                        <a:t>Module</a:t>
                      </a:r>
                      <a:r>
                        <a:rPr sz="1600" spc="25" dirty="0">
                          <a:latin typeface="Cambria"/>
                          <a:cs typeface="Cambria"/>
                        </a:rPr>
                        <a:t> </a:t>
                      </a:r>
                      <a:r>
                        <a:rPr sz="1600" spc="-5" dirty="0">
                          <a:latin typeface="Cambria"/>
                          <a:cs typeface="Cambria"/>
                        </a:rPr>
                        <a:t>2</a:t>
                      </a:r>
                      <a:endParaRPr sz="1600">
                        <a:latin typeface="Cambria"/>
                        <a:cs typeface="Cambria"/>
                      </a:endParaRPr>
                    </a:p>
                  </a:txBody>
                  <a:tcPr marL="0" marR="0" marT="1771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07314">
                        <a:lnSpc>
                          <a:spcPct val="100000"/>
                        </a:lnSpc>
                        <a:spcBef>
                          <a:spcPts val="1345"/>
                        </a:spcBef>
                      </a:pPr>
                      <a:r>
                        <a:rPr sz="1600" spc="-10" dirty="0">
                          <a:latin typeface="Calibri"/>
                          <a:cs typeface="Calibri"/>
                        </a:rPr>
                        <a:t>Shrinivas </a:t>
                      </a:r>
                      <a:r>
                        <a:rPr sz="1600" spc="-5" dirty="0">
                          <a:latin typeface="Calibri"/>
                          <a:cs typeface="Calibri"/>
                        </a:rPr>
                        <a:t>K</a:t>
                      </a:r>
                      <a:r>
                        <a:rPr sz="1600" spc="5" dirty="0">
                          <a:latin typeface="Calibri"/>
                          <a:cs typeface="Calibri"/>
                        </a:rPr>
                        <a:t> </a:t>
                      </a:r>
                      <a:r>
                        <a:rPr sz="1600" spc="-5" dirty="0">
                          <a:latin typeface="Calibri"/>
                          <a:cs typeface="Calibri"/>
                        </a:rPr>
                        <a:t>R</a:t>
                      </a:r>
                      <a:endParaRPr sz="1600">
                        <a:latin typeface="Calibri"/>
                        <a:cs typeface="Calibri"/>
                      </a:endParaRPr>
                    </a:p>
                  </a:txBody>
                  <a:tcPr marL="0" marR="0" marT="1708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r h="606806">
                <a:tc>
                  <a:txBody>
                    <a:bodyPr/>
                    <a:lstStyle/>
                    <a:p>
                      <a:pPr marL="102235" algn="ctr">
                        <a:lnSpc>
                          <a:spcPct val="100000"/>
                        </a:lnSpc>
                        <a:spcBef>
                          <a:spcPts val="1345"/>
                        </a:spcBef>
                      </a:pPr>
                      <a:r>
                        <a:rPr sz="1600" dirty="0">
                          <a:latin typeface="Calibri"/>
                          <a:cs typeface="Calibri"/>
                        </a:rPr>
                        <a:t>3</a:t>
                      </a:r>
                      <a:endParaRPr sz="1600">
                        <a:latin typeface="Calibri"/>
                        <a:cs typeface="Calibri"/>
                      </a:endParaRPr>
                    </a:p>
                  </a:txBody>
                  <a:tcPr marL="0" marR="0" marT="1708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44780">
                        <a:lnSpc>
                          <a:spcPct val="100000"/>
                        </a:lnSpc>
                        <a:spcBef>
                          <a:spcPts val="1345"/>
                        </a:spcBef>
                      </a:pPr>
                      <a:r>
                        <a:rPr sz="1600" dirty="0">
                          <a:latin typeface="Calibri"/>
                          <a:cs typeface="Calibri"/>
                        </a:rPr>
                        <a:t>14</a:t>
                      </a:r>
                      <a:r>
                        <a:rPr sz="1575" baseline="26455" dirty="0">
                          <a:latin typeface="Calibri"/>
                          <a:cs typeface="Calibri"/>
                        </a:rPr>
                        <a:t>th </a:t>
                      </a:r>
                      <a:r>
                        <a:rPr sz="1600" spc="-10" dirty="0">
                          <a:latin typeface="Calibri"/>
                          <a:cs typeface="Calibri"/>
                        </a:rPr>
                        <a:t>May</a:t>
                      </a:r>
                      <a:r>
                        <a:rPr sz="1600" spc="-120" dirty="0">
                          <a:latin typeface="Calibri"/>
                          <a:cs typeface="Calibri"/>
                        </a:rPr>
                        <a:t> </a:t>
                      </a:r>
                      <a:r>
                        <a:rPr sz="1600" spc="-10" dirty="0">
                          <a:latin typeface="Calibri"/>
                          <a:cs typeface="Calibri"/>
                        </a:rPr>
                        <a:t>2017</a:t>
                      </a:r>
                      <a:endParaRPr sz="1600">
                        <a:latin typeface="Calibri"/>
                        <a:cs typeface="Calibri"/>
                      </a:endParaRPr>
                    </a:p>
                  </a:txBody>
                  <a:tcPr marL="0" marR="0" marT="1708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87960">
                        <a:lnSpc>
                          <a:spcPct val="100000"/>
                        </a:lnSpc>
                        <a:spcBef>
                          <a:spcPts val="1345"/>
                        </a:spcBef>
                      </a:pPr>
                      <a:r>
                        <a:rPr sz="1600" spc="-10" dirty="0">
                          <a:latin typeface="Calibri"/>
                          <a:cs typeface="Calibri"/>
                        </a:rPr>
                        <a:t>Changed </a:t>
                      </a:r>
                      <a:r>
                        <a:rPr sz="1600" spc="-15" dirty="0">
                          <a:latin typeface="Calibri"/>
                          <a:cs typeface="Calibri"/>
                        </a:rPr>
                        <a:t>for </a:t>
                      </a:r>
                      <a:r>
                        <a:rPr sz="1600" spc="-5" dirty="0">
                          <a:latin typeface="Calibri"/>
                          <a:cs typeface="Calibri"/>
                        </a:rPr>
                        <a:t>Module</a:t>
                      </a:r>
                      <a:r>
                        <a:rPr sz="1600" spc="10" dirty="0">
                          <a:latin typeface="Calibri"/>
                          <a:cs typeface="Calibri"/>
                        </a:rPr>
                        <a:t> </a:t>
                      </a:r>
                      <a:r>
                        <a:rPr sz="1600" spc="-5" dirty="0">
                          <a:latin typeface="Calibri"/>
                          <a:cs typeface="Calibri"/>
                        </a:rPr>
                        <a:t>3</a:t>
                      </a:r>
                      <a:endParaRPr sz="1600">
                        <a:latin typeface="Calibri"/>
                        <a:cs typeface="Calibri"/>
                      </a:endParaRPr>
                    </a:p>
                  </a:txBody>
                  <a:tcPr marL="0" marR="0" marT="1708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07314">
                        <a:lnSpc>
                          <a:spcPct val="100000"/>
                        </a:lnSpc>
                        <a:spcBef>
                          <a:spcPts val="1345"/>
                        </a:spcBef>
                      </a:pPr>
                      <a:r>
                        <a:rPr sz="1600" spc="-10" dirty="0">
                          <a:latin typeface="Calibri"/>
                          <a:cs typeface="Calibri"/>
                        </a:rPr>
                        <a:t>Shrinivas </a:t>
                      </a:r>
                      <a:r>
                        <a:rPr sz="1600" spc="-5" dirty="0">
                          <a:latin typeface="Calibri"/>
                          <a:cs typeface="Calibri"/>
                        </a:rPr>
                        <a:t>K</a:t>
                      </a:r>
                      <a:r>
                        <a:rPr sz="1600" spc="10" dirty="0">
                          <a:latin typeface="Calibri"/>
                          <a:cs typeface="Calibri"/>
                        </a:rPr>
                        <a:t> </a:t>
                      </a:r>
                      <a:r>
                        <a:rPr sz="1600" spc="-5" dirty="0">
                          <a:latin typeface="Calibri"/>
                          <a:cs typeface="Calibri"/>
                        </a:rPr>
                        <a:t>R</a:t>
                      </a:r>
                      <a:endParaRPr sz="1600">
                        <a:latin typeface="Calibri"/>
                        <a:cs typeface="Calibri"/>
                      </a:endParaRPr>
                    </a:p>
                  </a:txBody>
                  <a:tcPr marL="0" marR="0" marT="1708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3"/>
                  </a:ext>
                </a:extLst>
              </a:tr>
              <a:tr h="606932">
                <a:tc>
                  <a:txBody>
                    <a:bodyPr/>
                    <a:lstStyle/>
                    <a:p>
                      <a:pPr marL="57150" algn="ctr">
                        <a:lnSpc>
                          <a:spcPct val="100000"/>
                        </a:lnSpc>
                        <a:spcBef>
                          <a:spcPts val="1395"/>
                        </a:spcBef>
                      </a:pPr>
                      <a:r>
                        <a:rPr sz="1600" dirty="0">
                          <a:latin typeface="Cambria"/>
                          <a:cs typeface="Cambria"/>
                        </a:rPr>
                        <a:t>4</a:t>
                      </a:r>
                      <a:endParaRPr sz="1600">
                        <a:latin typeface="Cambria"/>
                        <a:cs typeface="Cambria"/>
                      </a:endParaRPr>
                    </a:p>
                  </a:txBody>
                  <a:tcPr marL="0" marR="0" marT="1771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44780">
                        <a:lnSpc>
                          <a:spcPct val="100000"/>
                        </a:lnSpc>
                        <a:spcBef>
                          <a:spcPts val="1395"/>
                        </a:spcBef>
                      </a:pPr>
                      <a:r>
                        <a:rPr sz="1600" dirty="0">
                          <a:latin typeface="Cambria"/>
                          <a:cs typeface="Cambria"/>
                        </a:rPr>
                        <a:t>03</a:t>
                      </a:r>
                      <a:r>
                        <a:rPr sz="1575" baseline="26455" dirty="0">
                          <a:latin typeface="Cambria"/>
                          <a:cs typeface="Cambria"/>
                        </a:rPr>
                        <a:t>rd </a:t>
                      </a:r>
                      <a:r>
                        <a:rPr sz="1600" spc="-20" dirty="0">
                          <a:latin typeface="Cambria"/>
                          <a:cs typeface="Cambria"/>
                        </a:rPr>
                        <a:t>May</a:t>
                      </a:r>
                      <a:r>
                        <a:rPr sz="1600" spc="-125" dirty="0">
                          <a:latin typeface="Cambria"/>
                          <a:cs typeface="Cambria"/>
                        </a:rPr>
                        <a:t> </a:t>
                      </a:r>
                      <a:r>
                        <a:rPr sz="1600" spc="-5" dirty="0">
                          <a:latin typeface="Cambria"/>
                          <a:cs typeface="Cambria"/>
                        </a:rPr>
                        <a:t>2018</a:t>
                      </a:r>
                      <a:endParaRPr sz="1600">
                        <a:latin typeface="Cambria"/>
                        <a:cs typeface="Cambria"/>
                      </a:endParaRPr>
                    </a:p>
                  </a:txBody>
                  <a:tcPr marL="0" marR="0" marT="1771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41605">
                        <a:lnSpc>
                          <a:spcPct val="100000"/>
                        </a:lnSpc>
                        <a:spcBef>
                          <a:spcPts val="1395"/>
                        </a:spcBef>
                      </a:pPr>
                      <a:r>
                        <a:rPr sz="1600" spc="-10" dirty="0">
                          <a:latin typeface="Cambria"/>
                          <a:cs typeface="Cambria"/>
                        </a:rPr>
                        <a:t>Changed </a:t>
                      </a:r>
                      <a:r>
                        <a:rPr sz="1600" spc="-15" dirty="0">
                          <a:latin typeface="Cambria"/>
                          <a:cs typeface="Cambria"/>
                        </a:rPr>
                        <a:t>for</a:t>
                      </a:r>
                      <a:r>
                        <a:rPr sz="1600" spc="10" dirty="0">
                          <a:latin typeface="Cambria"/>
                          <a:cs typeface="Cambria"/>
                        </a:rPr>
                        <a:t> </a:t>
                      </a:r>
                      <a:r>
                        <a:rPr sz="1600" spc="-20" dirty="0">
                          <a:latin typeface="Cambria"/>
                          <a:cs typeface="Cambria"/>
                        </a:rPr>
                        <a:t>RQF</a:t>
                      </a:r>
                      <a:endParaRPr sz="1600">
                        <a:latin typeface="Cambria"/>
                        <a:cs typeface="Cambria"/>
                      </a:endParaRPr>
                    </a:p>
                  </a:txBody>
                  <a:tcPr marL="0" marR="0" marT="1771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07314">
                        <a:lnSpc>
                          <a:spcPct val="100000"/>
                        </a:lnSpc>
                        <a:spcBef>
                          <a:spcPts val="1395"/>
                        </a:spcBef>
                      </a:pPr>
                      <a:r>
                        <a:rPr sz="1600" spc="-15" dirty="0">
                          <a:latin typeface="Cambria"/>
                          <a:cs typeface="Cambria"/>
                        </a:rPr>
                        <a:t>Shrinivas </a:t>
                      </a:r>
                      <a:r>
                        <a:rPr sz="1600" spc="-5" dirty="0">
                          <a:latin typeface="Cambria"/>
                          <a:cs typeface="Cambria"/>
                        </a:rPr>
                        <a:t>K</a:t>
                      </a:r>
                      <a:r>
                        <a:rPr sz="1600" spc="55" dirty="0">
                          <a:latin typeface="Cambria"/>
                          <a:cs typeface="Cambria"/>
                        </a:rPr>
                        <a:t> </a:t>
                      </a:r>
                      <a:r>
                        <a:rPr sz="1600" spc="-5" dirty="0">
                          <a:latin typeface="Cambria"/>
                          <a:cs typeface="Cambria"/>
                        </a:rPr>
                        <a:t>R</a:t>
                      </a:r>
                      <a:endParaRPr sz="1600">
                        <a:latin typeface="Cambria"/>
                        <a:cs typeface="Cambria"/>
                      </a:endParaRPr>
                    </a:p>
                  </a:txBody>
                  <a:tcPr marL="0" marR="0" marT="1771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4"/>
                  </a:ext>
                </a:extLst>
              </a:tr>
              <a:tr h="606806">
                <a:tc>
                  <a:txBody>
                    <a:bodyPr/>
                    <a:lstStyle/>
                    <a:p>
                      <a:pPr marL="56515" algn="ctr">
                        <a:lnSpc>
                          <a:spcPct val="100000"/>
                        </a:lnSpc>
                        <a:spcBef>
                          <a:spcPts val="1400"/>
                        </a:spcBef>
                      </a:pPr>
                      <a:r>
                        <a:rPr sz="1600" dirty="0">
                          <a:latin typeface="Cambria"/>
                          <a:cs typeface="Cambria"/>
                        </a:rPr>
                        <a:t>5</a:t>
                      </a:r>
                      <a:endParaRPr sz="1600">
                        <a:latin typeface="Cambria"/>
                        <a:cs typeface="Cambria"/>
                      </a:endParaRPr>
                    </a:p>
                  </a:txBody>
                  <a:tcPr marL="0" marR="0" marT="1778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44780">
                        <a:lnSpc>
                          <a:spcPct val="100000"/>
                        </a:lnSpc>
                        <a:spcBef>
                          <a:spcPts val="1400"/>
                        </a:spcBef>
                      </a:pPr>
                      <a:r>
                        <a:rPr sz="1600" dirty="0">
                          <a:latin typeface="Cambria"/>
                          <a:cs typeface="Cambria"/>
                        </a:rPr>
                        <a:t>16</a:t>
                      </a:r>
                      <a:r>
                        <a:rPr sz="1575" baseline="26455" dirty="0">
                          <a:latin typeface="Cambria"/>
                          <a:cs typeface="Cambria"/>
                        </a:rPr>
                        <a:t>th </a:t>
                      </a:r>
                      <a:r>
                        <a:rPr sz="1600" spc="-10" dirty="0">
                          <a:latin typeface="Cambria"/>
                          <a:cs typeface="Cambria"/>
                        </a:rPr>
                        <a:t>Sep</a:t>
                      </a:r>
                      <a:r>
                        <a:rPr sz="1600" spc="-120" dirty="0">
                          <a:latin typeface="Cambria"/>
                          <a:cs typeface="Cambria"/>
                        </a:rPr>
                        <a:t> </a:t>
                      </a:r>
                      <a:r>
                        <a:rPr sz="1600" spc="-5" dirty="0">
                          <a:latin typeface="Cambria"/>
                          <a:cs typeface="Cambria"/>
                        </a:rPr>
                        <a:t>2018</a:t>
                      </a:r>
                      <a:endParaRPr sz="1600">
                        <a:latin typeface="Cambria"/>
                        <a:cs typeface="Cambria"/>
                      </a:endParaRPr>
                    </a:p>
                  </a:txBody>
                  <a:tcPr marL="0" marR="0" marT="1778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41605">
                        <a:lnSpc>
                          <a:spcPct val="100000"/>
                        </a:lnSpc>
                        <a:spcBef>
                          <a:spcPts val="1400"/>
                        </a:spcBef>
                      </a:pPr>
                      <a:r>
                        <a:rPr sz="1600" spc="-5" dirty="0">
                          <a:latin typeface="Cambria"/>
                          <a:cs typeface="Cambria"/>
                        </a:rPr>
                        <a:t>Change </a:t>
                      </a:r>
                      <a:r>
                        <a:rPr sz="1600" spc="-15" dirty="0">
                          <a:latin typeface="Cambria"/>
                          <a:cs typeface="Cambria"/>
                        </a:rPr>
                        <a:t>for </a:t>
                      </a:r>
                      <a:r>
                        <a:rPr sz="1600" spc="-25" dirty="0">
                          <a:latin typeface="Cambria"/>
                          <a:cs typeface="Cambria"/>
                        </a:rPr>
                        <a:t>Java</a:t>
                      </a:r>
                      <a:r>
                        <a:rPr sz="1600" spc="45" dirty="0">
                          <a:latin typeface="Cambria"/>
                          <a:cs typeface="Cambria"/>
                        </a:rPr>
                        <a:t> </a:t>
                      </a:r>
                      <a:r>
                        <a:rPr sz="1600" spc="-20" dirty="0">
                          <a:latin typeface="Cambria"/>
                          <a:cs typeface="Cambria"/>
                        </a:rPr>
                        <a:t>Track</a:t>
                      </a:r>
                      <a:endParaRPr sz="1600">
                        <a:latin typeface="Cambria"/>
                        <a:cs typeface="Cambria"/>
                      </a:endParaRPr>
                    </a:p>
                  </a:txBody>
                  <a:tcPr marL="0" marR="0" marT="1778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07314">
                        <a:lnSpc>
                          <a:spcPct val="100000"/>
                        </a:lnSpc>
                        <a:spcBef>
                          <a:spcPts val="1400"/>
                        </a:spcBef>
                      </a:pPr>
                      <a:r>
                        <a:rPr sz="1600" spc="-15" dirty="0">
                          <a:latin typeface="Cambria"/>
                          <a:cs typeface="Cambria"/>
                        </a:rPr>
                        <a:t>Shrinivas </a:t>
                      </a:r>
                      <a:r>
                        <a:rPr sz="1600" spc="-5" dirty="0">
                          <a:latin typeface="Cambria"/>
                          <a:cs typeface="Cambria"/>
                        </a:rPr>
                        <a:t>K</a:t>
                      </a:r>
                      <a:r>
                        <a:rPr sz="1600" spc="60" dirty="0">
                          <a:latin typeface="Cambria"/>
                          <a:cs typeface="Cambria"/>
                        </a:rPr>
                        <a:t> </a:t>
                      </a:r>
                      <a:r>
                        <a:rPr sz="1600" spc="-5" dirty="0">
                          <a:latin typeface="Cambria"/>
                          <a:cs typeface="Cambria"/>
                        </a:rPr>
                        <a:t>R</a:t>
                      </a:r>
                      <a:endParaRPr sz="1600">
                        <a:latin typeface="Cambria"/>
                        <a:cs typeface="Cambria"/>
                      </a:endParaRPr>
                    </a:p>
                  </a:txBody>
                  <a:tcPr marL="0" marR="0" marT="1778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3792" y="429005"/>
            <a:ext cx="1449070" cy="452120"/>
          </a:xfrm>
          <a:prstGeom prst="rect">
            <a:avLst/>
          </a:prstGeom>
        </p:spPr>
        <p:txBody>
          <a:bodyPr vert="horz" wrap="square" lIns="0" tIns="12065" rIns="0" bIns="0" rtlCol="0">
            <a:spAutoFit/>
          </a:bodyPr>
          <a:lstStyle/>
          <a:p>
            <a:pPr marL="12700">
              <a:lnSpc>
                <a:spcPct val="100000"/>
              </a:lnSpc>
              <a:spcBef>
                <a:spcPts val="95"/>
              </a:spcBef>
            </a:pPr>
            <a:r>
              <a:rPr spc="-5" dirty="0"/>
              <a:t>Contents</a:t>
            </a:r>
          </a:p>
        </p:txBody>
      </p:sp>
      <p:graphicFrame>
        <p:nvGraphicFramePr>
          <p:cNvPr id="3" name="object 3"/>
          <p:cNvGraphicFramePr>
            <a:graphicFrameLocks noGrp="1"/>
          </p:cNvGraphicFramePr>
          <p:nvPr/>
        </p:nvGraphicFramePr>
        <p:xfrm>
          <a:off x="173037" y="1095375"/>
          <a:ext cx="8705849" cy="5756262"/>
        </p:xfrm>
        <a:graphic>
          <a:graphicData uri="http://schemas.openxmlformats.org/drawingml/2006/table">
            <a:tbl>
              <a:tblPr firstRow="1" bandRow="1">
                <a:tableStyleId>{2D5ABB26-0587-4C30-8999-92F81FD0307C}</a:tableStyleId>
              </a:tblPr>
              <a:tblGrid>
                <a:gridCol w="1212215">
                  <a:extLst>
                    <a:ext uri="{9D8B030D-6E8A-4147-A177-3AD203B41FA5}">
                      <a16:colId xmlns:a16="http://schemas.microsoft.com/office/drawing/2014/main" val="20000"/>
                    </a:ext>
                  </a:extLst>
                </a:gridCol>
                <a:gridCol w="7493634">
                  <a:extLst>
                    <a:ext uri="{9D8B030D-6E8A-4147-A177-3AD203B41FA5}">
                      <a16:colId xmlns:a16="http://schemas.microsoft.com/office/drawing/2014/main" val="20001"/>
                    </a:ext>
                  </a:extLst>
                </a:gridCol>
              </a:tblGrid>
              <a:tr h="335279">
                <a:tc>
                  <a:txBody>
                    <a:bodyPr/>
                    <a:lstStyle/>
                    <a:p>
                      <a:pPr marL="358140">
                        <a:lnSpc>
                          <a:spcPct val="100000"/>
                        </a:lnSpc>
                        <a:spcBef>
                          <a:spcPts val="260"/>
                        </a:spcBef>
                      </a:pPr>
                      <a:r>
                        <a:rPr sz="1600" b="1" spc="-5" dirty="0">
                          <a:solidFill>
                            <a:srgbClr val="FFFFFF"/>
                          </a:solidFill>
                          <a:latin typeface="Calibri"/>
                          <a:cs typeface="Calibri"/>
                        </a:rPr>
                        <a:t>S.</a:t>
                      </a:r>
                      <a:r>
                        <a:rPr sz="1600" b="1" spc="-10" dirty="0">
                          <a:solidFill>
                            <a:srgbClr val="FFFFFF"/>
                          </a:solidFill>
                          <a:latin typeface="Calibri"/>
                          <a:cs typeface="Calibri"/>
                        </a:rPr>
                        <a:t> </a:t>
                      </a:r>
                      <a:r>
                        <a:rPr sz="1600" b="1" spc="-5" dirty="0">
                          <a:solidFill>
                            <a:srgbClr val="FFFFFF"/>
                          </a:solidFill>
                          <a:latin typeface="Calibri"/>
                          <a:cs typeface="Calibri"/>
                        </a:rPr>
                        <a:t>No.</a:t>
                      </a:r>
                      <a:endParaRPr sz="1600">
                        <a:latin typeface="Calibri"/>
                        <a:cs typeface="Calibri"/>
                      </a:endParaRPr>
                    </a:p>
                  </a:txBody>
                  <a:tcPr marL="0" marR="0" marT="3302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algn="ctr">
                        <a:lnSpc>
                          <a:spcPct val="100000"/>
                        </a:lnSpc>
                        <a:spcBef>
                          <a:spcPts val="260"/>
                        </a:spcBef>
                      </a:pPr>
                      <a:r>
                        <a:rPr sz="1600" b="1" spc="-5" dirty="0">
                          <a:solidFill>
                            <a:srgbClr val="FFFFFF"/>
                          </a:solidFill>
                          <a:latin typeface="Calibri"/>
                          <a:cs typeface="Calibri"/>
                        </a:rPr>
                        <a:t>Description</a:t>
                      </a:r>
                      <a:endParaRPr sz="1600">
                        <a:latin typeface="Calibri"/>
                        <a:cs typeface="Calibri"/>
                      </a:endParaRPr>
                    </a:p>
                  </a:txBody>
                  <a:tcPr marL="0" marR="0" marT="3302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319913">
                <a:tc>
                  <a:txBody>
                    <a:bodyPr/>
                    <a:lstStyle/>
                    <a:p>
                      <a:pPr algn="ctr">
                        <a:lnSpc>
                          <a:spcPct val="100000"/>
                        </a:lnSpc>
                        <a:spcBef>
                          <a:spcPts val="265"/>
                        </a:spcBef>
                      </a:pPr>
                      <a:r>
                        <a:rPr sz="1500" spc="-5" dirty="0">
                          <a:latin typeface="Calibri"/>
                          <a:cs typeface="Calibri"/>
                        </a:rPr>
                        <a:t>01</a:t>
                      </a:r>
                      <a:endParaRPr sz="1500">
                        <a:latin typeface="Calibri"/>
                        <a:cs typeface="Calibri"/>
                      </a:endParaRPr>
                    </a:p>
                  </a:txBody>
                  <a:tcPr marL="0" marR="0" marT="3365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6350">
                        <a:lnSpc>
                          <a:spcPct val="100000"/>
                        </a:lnSpc>
                        <a:spcBef>
                          <a:spcPts val="615"/>
                        </a:spcBef>
                      </a:pPr>
                      <a:r>
                        <a:rPr sz="1500" spc="-5" dirty="0">
                          <a:latin typeface="Calibri"/>
                          <a:cs typeface="Calibri"/>
                        </a:rPr>
                        <a:t>Development</a:t>
                      </a:r>
                      <a:r>
                        <a:rPr sz="1500" dirty="0">
                          <a:latin typeface="Calibri"/>
                          <a:cs typeface="Calibri"/>
                        </a:rPr>
                        <a:t> </a:t>
                      </a:r>
                      <a:r>
                        <a:rPr sz="1500" spc="-30" dirty="0">
                          <a:latin typeface="Calibri"/>
                          <a:cs typeface="Calibri"/>
                        </a:rPr>
                        <a:t>Tools</a:t>
                      </a:r>
                      <a:endParaRPr sz="1500">
                        <a:latin typeface="Calibri"/>
                        <a:cs typeface="Calibri"/>
                      </a:endParaRPr>
                    </a:p>
                  </a:txBody>
                  <a:tcPr marL="0" marR="0" marT="7810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320040">
                <a:tc>
                  <a:txBody>
                    <a:bodyPr/>
                    <a:lstStyle/>
                    <a:p>
                      <a:pPr algn="ctr">
                        <a:lnSpc>
                          <a:spcPct val="100000"/>
                        </a:lnSpc>
                        <a:spcBef>
                          <a:spcPts val="265"/>
                        </a:spcBef>
                      </a:pPr>
                      <a:r>
                        <a:rPr sz="1500" spc="-5" dirty="0">
                          <a:latin typeface="Calibri"/>
                          <a:cs typeface="Calibri"/>
                        </a:rPr>
                        <a:t>02</a:t>
                      </a:r>
                      <a:endParaRPr sz="15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6350">
                        <a:lnSpc>
                          <a:spcPct val="100000"/>
                        </a:lnSpc>
                        <a:spcBef>
                          <a:spcPts val="615"/>
                        </a:spcBef>
                      </a:pPr>
                      <a:r>
                        <a:rPr sz="1500" spc="-5" dirty="0">
                          <a:latin typeface="Calibri"/>
                          <a:cs typeface="Calibri"/>
                        </a:rPr>
                        <a:t>Feedback</a:t>
                      </a:r>
                      <a:r>
                        <a:rPr sz="1500" spc="5" dirty="0">
                          <a:latin typeface="Calibri"/>
                          <a:cs typeface="Calibri"/>
                        </a:rPr>
                        <a:t> </a:t>
                      </a:r>
                      <a:r>
                        <a:rPr sz="1500" spc="-15" dirty="0">
                          <a:latin typeface="Calibri"/>
                          <a:cs typeface="Calibri"/>
                        </a:rPr>
                        <a:t>Techniques</a:t>
                      </a:r>
                      <a:endParaRPr sz="1500">
                        <a:latin typeface="Calibri"/>
                        <a:cs typeface="Calibri"/>
                      </a:endParaRPr>
                    </a:p>
                  </a:txBody>
                  <a:tcPr marL="0" marR="0" marT="781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r h="320039">
                <a:tc>
                  <a:txBody>
                    <a:bodyPr/>
                    <a:lstStyle/>
                    <a:p>
                      <a:pPr algn="ctr">
                        <a:lnSpc>
                          <a:spcPct val="100000"/>
                        </a:lnSpc>
                        <a:spcBef>
                          <a:spcPts val="265"/>
                        </a:spcBef>
                      </a:pPr>
                      <a:r>
                        <a:rPr sz="1500" spc="-5" dirty="0">
                          <a:latin typeface="Calibri"/>
                          <a:cs typeface="Calibri"/>
                        </a:rPr>
                        <a:t>03</a:t>
                      </a:r>
                      <a:endParaRPr sz="15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6350">
                        <a:lnSpc>
                          <a:spcPct val="100000"/>
                        </a:lnSpc>
                        <a:spcBef>
                          <a:spcPts val="615"/>
                        </a:spcBef>
                      </a:pPr>
                      <a:r>
                        <a:rPr sz="1500" spc="-10" dirty="0">
                          <a:latin typeface="Calibri"/>
                          <a:cs typeface="Calibri"/>
                        </a:rPr>
                        <a:t>Pages</a:t>
                      </a:r>
                      <a:r>
                        <a:rPr sz="1500" spc="-25" dirty="0">
                          <a:latin typeface="Calibri"/>
                          <a:cs typeface="Calibri"/>
                        </a:rPr>
                        <a:t> </a:t>
                      </a:r>
                      <a:r>
                        <a:rPr sz="1500" spc="-10" dirty="0">
                          <a:latin typeface="Calibri"/>
                          <a:cs typeface="Calibri"/>
                        </a:rPr>
                        <a:t>Inventory</a:t>
                      </a:r>
                      <a:endParaRPr sz="1500">
                        <a:latin typeface="Calibri"/>
                        <a:cs typeface="Calibri"/>
                      </a:endParaRPr>
                    </a:p>
                  </a:txBody>
                  <a:tcPr marL="0" marR="0" marT="781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3"/>
                  </a:ext>
                </a:extLst>
              </a:tr>
              <a:tr h="320039">
                <a:tc>
                  <a:txBody>
                    <a:bodyPr/>
                    <a:lstStyle/>
                    <a:p>
                      <a:pPr algn="ctr">
                        <a:lnSpc>
                          <a:spcPct val="100000"/>
                        </a:lnSpc>
                        <a:spcBef>
                          <a:spcPts val="265"/>
                        </a:spcBef>
                      </a:pPr>
                      <a:r>
                        <a:rPr sz="1500" spc="-5" dirty="0">
                          <a:latin typeface="Calibri"/>
                          <a:cs typeface="Calibri"/>
                        </a:rPr>
                        <a:t>04</a:t>
                      </a:r>
                      <a:endParaRPr sz="15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6350">
                        <a:lnSpc>
                          <a:spcPct val="100000"/>
                        </a:lnSpc>
                        <a:spcBef>
                          <a:spcPts val="615"/>
                        </a:spcBef>
                      </a:pPr>
                      <a:r>
                        <a:rPr sz="1500" spc="-10" dirty="0">
                          <a:latin typeface="Calibri"/>
                          <a:cs typeface="Calibri"/>
                        </a:rPr>
                        <a:t>Forms </a:t>
                      </a:r>
                      <a:r>
                        <a:rPr sz="1500" dirty="0">
                          <a:latin typeface="Calibri"/>
                          <a:cs typeface="Calibri"/>
                        </a:rPr>
                        <a:t>&amp; </a:t>
                      </a:r>
                      <a:r>
                        <a:rPr sz="1500" spc="-10" dirty="0">
                          <a:latin typeface="Calibri"/>
                          <a:cs typeface="Calibri"/>
                        </a:rPr>
                        <a:t>Pages</a:t>
                      </a:r>
                      <a:r>
                        <a:rPr sz="1500" spc="-15" dirty="0">
                          <a:latin typeface="Calibri"/>
                          <a:cs typeface="Calibri"/>
                        </a:rPr>
                        <a:t> </a:t>
                      </a:r>
                      <a:r>
                        <a:rPr sz="1500" spc="-5" dirty="0">
                          <a:latin typeface="Calibri"/>
                          <a:cs typeface="Calibri"/>
                        </a:rPr>
                        <a:t>Design</a:t>
                      </a:r>
                      <a:endParaRPr sz="1500">
                        <a:latin typeface="Calibri"/>
                        <a:cs typeface="Calibri"/>
                      </a:endParaRPr>
                    </a:p>
                  </a:txBody>
                  <a:tcPr marL="0" marR="0" marT="781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4"/>
                  </a:ext>
                </a:extLst>
              </a:tr>
              <a:tr h="319913">
                <a:tc>
                  <a:txBody>
                    <a:bodyPr/>
                    <a:lstStyle/>
                    <a:p>
                      <a:pPr algn="ctr">
                        <a:lnSpc>
                          <a:spcPct val="100000"/>
                        </a:lnSpc>
                        <a:spcBef>
                          <a:spcPts val="265"/>
                        </a:spcBef>
                      </a:pPr>
                      <a:r>
                        <a:rPr sz="1500" spc="-5" dirty="0">
                          <a:latin typeface="Calibri"/>
                          <a:cs typeface="Calibri"/>
                        </a:rPr>
                        <a:t>05</a:t>
                      </a:r>
                      <a:endParaRPr sz="15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6350">
                        <a:lnSpc>
                          <a:spcPct val="100000"/>
                        </a:lnSpc>
                        <a:spcBef>
                          <a:spcPts val="615"/>
                        </a:spcBef>
                      </a:pPr>
                      <a:r>
                        <a:rPr sz="1500" spc="-10" dirty="0">
                          <a:latin typeface="Calibri"/>
                          <a:cs typeface="Calibri"/>
                        </a:rPr>
                        <a:t>Forms </a:t>
                      </a:r>
                      <a:r>
                        <a:rPr sz="1500" dirty="0">
                          <a:latin typeface="Calibri"/>
                          <a:cs typeface="Calibri"/>
                        </a:rPr>
                        <a:t>&amp; </a:t>
                      </a:r>
                      <a:r>
                        <a:rPr sz="1500" spc="-10" dirty="0">
                          <a:latin typeface="Calibri"/>
                          <a:cs typeface="Calibri"/>
                        </a:rPr>
                        <a:t>Pages</a:t>
                      </a:r>
                      <a:r>
                        <a:rPr sz="1500" spc="-15" dirty="0">
                          <a:latin typeface="Calibri"/>
                          <a:cs typeface="Calibri"/>
                        </a:rPr>
                        <a:t> </a:t>
                      </a:r>
                      <a:r>
                        <a:rPr sz="1500" spc="-5" dirty="0">
                          <a:latin typeface="Calibri"/>
                          <a:cs typeface="Calibri"/>
                        </a:rPr>
                        <a:t>Feedback</a:t>
                      </a:r>
                      <a:endParaRPr sz="1500">
                        <a:latin typeface="Calibri"/>
                        <a:cs typeface="Calibri"/>
                      </a:endParaRPr>
                    </a:p>
                  </a:txBody>
                  <a:tcPr marL="0" marR="0" marT="781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5"/>
                  </a:ext>
                </a:extLst>
              </a:tr>
              <a:tr h="320039">
                <a:tc>
                  <a:txBody>
                    <a:bodyPr/>
                    <a:lstStyle/>
                    <a:p>
                      <a:pPr algn="ctr">
                        <a:lnSpc>
                          <a:spcPct val="100000"/>
                        </a:lnSpc>
                        <a:spcBef>
                          <a:spcPts val="270"/>
                        </a:spcBef>
                      </a:pPr>
                      <a:r>
                        <a:rPr sz="1500" spc="-5" dirty="0">
                          <a:latin typeface="Calibri"/>
                          <a:cs typeface="Calibri"/>
                        </a:rPr>
                        <a:t>06</a:t>
                      </a:r>
                      <a:endParaRPr sz="15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6350">
                        <a:lnSpc>
                          <a:spcPct val="100000"/>
                        </a:lnSpc>
                        <a:spcBef>
                          <a:spcPts val="615"/>
                        </a:spcBef>
                      </a:pPr>
                      <a:r>
                        <a:rPr sz="1500" spc="-5" dirty="0">
                          <a:latin typeface="Calibri"/>
                          <a:cs typeface="Calibri"/>
                        </a:rPr>
                        <a:t>HTML</a:t>
                      </a:r>
                      <a:r>
                        <a:rPr sz="1500" spc="-15" dirty="0">
                          <a:latin typeface="Calibri"/>
                          <a:cs typeface="Calibri"/>
                        </a:rPr>
                        <a:t> </a:t>
                      </a:r>
                      <a:r>
                        <a:rPr sz="1500" spc="-10" dirty="0">
                          <a:latin typeface="Calibri"/>
                          <a:cs typeface="Calibri"/>
                        </a:rPr>
                        <a:t>Pages</a:t>
                      </a:r>
                      <a:endParaRPr sz="1500">
                        <a:latin typeface="Calibri"/>
                        <a:cs typeface="Calibri"/>
                      </a:endParaRPr>
                    </a:p>
                  </a:txBody>
                  <a:tcPr marL="0" marR="0" marT="781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6"/>
                  </a:ext>
                </a:extLst>
              </a:tr>
              <a:tr h="320040">
                <a:tc>
                  <a:txBody>
                    <a:bodyPr/>
                    <a:lstStyle/>
                    <a:p>
                      <a:pPr algn="ctr">
                        <a:lnSpc>
                          <a:spcPct val="100000"/>
                        </a:lnSpc>
                        <a:spcBef>
                          <a:spcPts val="265"/>
                        </a:spcBef>
                      </a:pPr>
                      <a:r>
                        <a:rPr sz="1500" spc="-10" dirty="0">
                          <a:latin typeface="Calibri"/>
                          <a:cs typeface="Calibri"/>
                        </a:rPr>
                        <a:t>07</a:t>
                      </a:r>
                      <a:endParaRPr sz="15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6350">
                        <a:lnSpc>
                          <a:spcPct val="100000"/>
                        </a:lnSpc>
                        <a:spcBef>
                          <a:spcPts val="615"/>
                        </a:spcBef>
                      </a:pPr>
                      <a:r>
                        <a:rPr sz="1500" spc="-5" dirty="0">
                          <a:latin typeface="Calibri"/>
                          <a:cs typeface="Calibri"/>
                        </a:rPr>
                        <a:t>Usability</a:t>
                      </a:r>
                      <a:r>
                        <a:rPr sz="1500" spc="-20" dirty="0">
                          <a:latin typeface="Calibri"/>
                          <a:cs typeface="Calibri"/>
                        </a:rPr>
                        <a:t> </a:t>
                      </a:r>
                      <a:r>
                        <a:rPr sz="1500" spc="-5" dirty="0">
                          <a:latin typeface="Calibri"/>
                          <a:cs typeface="Calibri"/>
                        </a:rPr>
                        <a:t>Metrics</a:t>
                      </a:r>
                      <a:endParaRPr sz="1500">
                        <a:latin typeface="Calibri"/>
                        <a:cs typeface="Calibri"/>
                      </a:endParaRPr>
                    </a:p>
                  </a:txBody>
                  <a:tcPr marL="0" marR="0" marT="781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7"/>
                  </a:ext>
                </a:extLst>
              </a:tr>
              <a:tr h="320039">
                <a:tc>
                  <a:txBody>
                    <a:bodyPr/>
                    <a:lstStyle/>
                    <a:p>
                      <a:pPr algn="ctr">
                        <a:lnSpc>
                          <a:spcPct val="100000"/>
                        </a:lnSpc>
                        <a:spcBef>
                          <a:spcPts val="270"/>
                        </a:spcBef>
                      </a:pPr>
                      <a:r>
                        <a:rPr sz="1500" spc="-5" dirty="0">
                          <a:latin typeface="Calibri"/>
                          <a:cs typeface="Calibri"/>
                        </a:rPr>
                        <a:t>08</a:t>
                      </a:r>
                      <a:endParaRPr sz="15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6350">
                        <a:lnSpc>
                          <a:spcPct val="100000"/>
                        </a:lnSpc>
                        <a:spcBef>
                          <a:spcPts val="620"/>
                        </a:spcBef>
                      </a:pPr>
                      <a:r>
                        <a:rPr sz="1500" dirty="0">
                          <a:latin typeface="Calibri"/>
                          <a:cs typeface="Calibri"/>
                        </a:rPr>
                        <a:t>User </a:t>
                      </a:r>
                      <a:r>
                        <a:rPr sz="1500" spc="-10" dirty="0">
                          <a:latin typeface="Calibri"/>
                          <a:cs typeface="Calibri"/>
                        </a:rPr>
                        <a:t>Interaction</a:t>
                      </a:r>
                      <a:r>
                        <a:rPr sz="1500" spc="-35" dirty="0">
                          <a:latin typeface="Calibri"/>
                          <a:cs typeface="Calibri"/>
                        </a:rPr>
                        <a:t> </a:t>
                      </a:r>
                      <a:r>
                        <a:rPr sz="1500" spc="-10" dirty="0">
                          <a:latin typeface="Calibri"/>
                          <a:cs typeface="Calibri"/>
                        </a:rPr>
                        <a:t>Steps</a:t>
                      </a:r>
                      <a:endParaRPr sz="1500">
                        <a:latin typeface="Calibri"/>
                        <a:cs typeface="Calibri"/>
                      </a:endParaRPr>
                    </a:p>
                  </a:txBody>
                  <a:tcPr marL="0" marR="0" marT="787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8"/>
                  </a:ext>
                </a:extLst>
              </a:tr>
              <a:tr h="319913">
                <a:tc>
                  <a:txBody>
                    <a:bodyPr/>
                    <a:lstStyle/>
                    <a:p>
                      <a:pPr algn="ctr">
                        <a:lnSpc>
                          <a:spcPct val="100000"/>
                        </a:lnSpc>
                        <a:spcBef>
                          <a:spcPts val="270"/>
                        </a:spcBef>
                      </a:pPr>
                      <a:r>
                        <a:rPr sz="1500" spc="-5" dirty="0">
                          <a:latin typeface="Calibri"/>
                          <a:cs typeface="Calibri"/>
                        </a:rPr>
                        <a:t>09</a:t>
                      </a:r>
                      <a:endParaRPr sz="15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6350">
                        <a:lnSpc>
                          <a:spcPct val="100000"/>
                        </a:lnSpc>
                        <a:spcBef>
                          <a:spcPts val="620"/>
                        </a:spcBef>
                      </a:pPr>
                      <a:r>
                        <a:rPr sz="1500" dirty="0">
                          <a:latin typeface="Calibri"/>
                          <a:cs typeface="Calibri"/>
                        </a:rPr>
                        <a:t>User </a:t>
                      </a:r>
                      <a:r>
                        <a:rPr sz="1500" spc="-10" dirty="0">
                          <a:latin typeface="Calibri"/>
                          <a:cs typeface="Calibri"/>
                        </a:rPr>
                        <a:t>Interaction</a:t>
                      </a:r>
                      <a:r>
                        <a:rPr sz="1500" spc="-35" dirty="0">
                          <a:latin typeface="Calibri"/>
                          <a:cs typeface="Calibri"/>
                        </a:rPr>
                        <a:t> </a:t>
                      </a:r>
                      <a:r>
                        <a:rPr sz="1500" spc="-5" dirty="0">
                          <a:latin typeface="Calibri"/>
                          <a:cs typeface="Calibri"/>
                        </a:rPr>
                        <a:t>Flowchart</a:t>
                      </a:r>
                      <a:endParaRPr sz="1500">
                        <a:latin typeface="Calibri"/>
                        <a:cs typeface="Calibri"/>
                      </a:endParaRPr>
                    </a:p>
                  </a:txBody>
                  <a:tcPr marL="0" marR="0" marT="787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9"/>
                  </a:ext>
                </a:extLst>
              </a:tr>
              <a:tr h="320040">
                <a:tc>
                  <a:txBody>
                    <a:bodyPr/>
                    <a:lstStyle/>
                    <a:p>
                      <a:pPr algn="ctr">
                        <a:lnSpc>
                          <a:spcPct val="100000"/>
                        </a:lnSpc>
                        <a:spcBef>
                          <a:spcPts val="270"/>
                        </a:spcBef>
                      </a:pPr>
                      <a:r>
                        <a:rPr sz="1500" spc="-5" dirty="0">
                          <a:latin typeface="Calibri"/>
                          <a:cs typeface="Calibri"/>
                        </a:rPr>
                        <a:t>10</a:t>
                      </a:r>
                      <a:endParaRPr sz="15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6350">
                        <a:lnSpc>
                          <a:spcPts val="1800"/>
                        </a:lnSpc>
                        <a:spcBef>
                          <a:spcPts val="620"/>
                        </a:spcBef>
                      </a:pPr>
                      <a:r>
                        <a:rPr sz="1500" spc="-5" dirty="0">
                          <a:latin typeface="Calibri"/>
                          <a:cs typeface="Calibri"/>
                        </a:rPr>
                        <a:t>Current </a:t>
                      </a:r>
                      <a:r>
                        <a:rPr sz="1500" dirty="0">
                          <a:latin typeface="Calibri"/>
                          <a:cs typeface="Calibri"/>
                        </a:rPr>
                        <a:t>&amp; </a:t>
                      </a:r>
                      <a:r>
                        <a:rPr sz="1500" spc="-10" dirty="0">
                          <a:latin typeface="Calibri"/>
                          <a:cs typeface="Calibri"/>
                        </a:rPr>
                        <a:t>Desired</a:t>
                      </a:r>
                      <a:r>
                        <a:rPr sz="1500" spc="-15" dirty="0">
                          <a:latin typeface="Calibri"/>
                          <a:cs typeface="Calibri"/>
                        </a:rPr>
                        <a:t> </a:t>
                      </a:r>
                      <a:r>
                        <a:rPr sz="1500" dirty="0">
                          <a:latin typeface="Calibri"/>
                          <a:cs typeface="Calibri"/>
                        </a:rPr>
                        <a:t>Usability</a:t>
                      </a:r>
                      <a:endParaRPr sz="1500">
                        <a:latin typeface="Calibri"/>
                        <a:cs typeface="Calibri"/>
                      </a:endParaRPr>
                    </a:p>
                  </a:txBody>
                  <a:tcPr marL="0" marR="0" marT="787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10"/>
                  </a:ext>
                </a:extLst>
              </a:tr>
              <a:tr h="320039">
                <a:tc>
                  <a:txBody>
                    <a:bodyPr/>
                    <a:lstStyle/>
                    <a:p>
                      <a:pPr algn="ctr">
                        <a:lnSpc>
                          <a:spcPct val="100000"/>
                        </a:lnSpc>
                        <a:spcBef>
                          <a:spcPts val="270"/>
                        </a:spcBef>
                      </a:pPr>
                      <a:r>
                        <a:rPr sz="1500" spc="-5" dirty="0">
                          <a:latin typeface="Calibri"/>
                          <a:cs typeface="Calibri"/>
                        </a:rPr>
                        <a:t>11</a:t>
                      </a:r>
                      <a:endParaRPr sz="15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6350">
                        <a:lnSpc>
                          <a:spcPts val="1800"/>
                        </a:lnSpc>
                        <a:spcBef>
                          <a:spcPts val="620"/>
                        </a:spcBef>
                      </a:pPr>
                      <a:r>
                        <a:rPr sz="1500" spc="-5" dirty="0">
                          <a:latin typeface="Calibri"/>
                          <a:cs typeface="Calibri"/>
                        </a:rPr>
                        <a:t>Prototype</a:t>
                      </a:r>
                      <a:r>
                        <a:rPr sz="1500" spc="-50" dirty="0">
                          <a:latin typeface="Calibri"/>
                          <a:cs typeface="Calibri"/>
                        </a:rPr>
                        <a:t> </a:t>
                      </a:r>
                      <a:r>
                        <a:rPr sz="1500" spc="-10" dirty="0">
                          <a:latin typeface="Calibri"/>
                          <a:cs typeface="Calibri"/>
                        </a:rPr>
                        <a:t>Screen</a:t>
                      </a:r>
                      <a:endParaRPr sz="1500">
                        <a:latin typeface="Calibri"/>
                        <a:cs typeface="Calibri"/>
                      </a:endParaRPr>
                    </a:p>
                  </a:txBody>
                  <a:tcPr marL="0" marR="0" marT="787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11"/>
                  </a:ext>
                </a:extLst>
              </a:tr>
              <a:tr h="320040">
                <a:tc>
                  <a:txBody>
                    <a:bodyPr/>
                    <a:lstStyle/>
                    <a:p>
                      <a:pPr algn="ctr">
                        <a:lnSpc>
                          <a:spcPct val="100000"/>
                        </a:lnSpc>
                        <a:spcBef>
                          <a:spcPts val="270"/>
                        </a:spcBef>
                      </a:pPr>
                      <a:r>
                        <a:rPr sz="1500" spc="-5" dirty="0">
                          <a:latin typeface="Calibri"/>
                          <a:cs typeface="Calibri"/>
                        </a:rPr>
                        <a:t>12</a:t>
                      </a:r>
                      <a:endParaRPr sz="15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6350">
                        <a:lnSpc>
                          <a:spcPct val="100000"/>
                        </a:lnSpc>
                        <a:spcBef>
                          <a:spcPts val="620"/>
                        </a:spcBef>
                      </a:pPr>
                      <a:r>
                        <a:rPr sz="1500" spc="-5" dirty="0">
                          <a:latin typeface="Calibri"/>
                          <a:cs typeface="Calibri"/>
                        </a:rPr>
                        <a:t>Prototype</a:t>
                      </a:r>
                      <a:r>
                        <a:rPr sz="1500" spc="-50" dirty="0">
                          <a:latin typeface="Calibri"/>
                          <a:cs typeface="Calibri"/>
                        </a:rPr>
                        <a:t> </a:t>
                      </a:r>
                      <a:r>
                        <a:rPr sz="1500" spc="-5" dirty="0">
                          <a:latin typeface="Calibri"/>
                          <a:cs typeface="Calibri"/>
                        </a:rPr>
                        <a:t>Feedback</a:t>
                      </a:r>
                      <a:endParaRPr sz="1500">
                        <a:latin typeface="Calibri"/>
                        <a:cs typeface="Calibri"/>
                      </a:endParaRPr>
                    </a:p>
                  </a:txBody>
                  <a:tcPr marL="0" marR="0" marT="787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12"/>
                  </a:ext>
                </a:extLst>
              </a:tr>
              <a:tr h="319976">
                <a:tc>
                  <a:txBody>
                    <a:bodyPr/>
                    <a:lstStyle/>
                    <a:p>
                      <a:pPr algn="ctr">
                        <a:lnSpc>
                          <a:spcPct val="100000"/>
                        </a:lnSpc>
                        <a:spcBef>
                          <a:spcPts val="270"/>
                        </a:spcBef>
                      </a:pPr>
                      <a:r>
                        <a:rPr sz="1500" spc="-5" dirty="0">
                          <a:latin typeface="Calibri"/>
                          <a:cs typeface="Calibri"/>
                        </a:rPr>
                        <a:t>13</a:t>
                      </a:r>
                      <a:endParaRPr sz="15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6350">
                        <a:lnSpc>
                          <a:spcPts val="1800"/>
                        </a:lnSpc>
                        <a:spcBef>
                          <a:spcPts val="620"/>
                        </a:spcBef>
                      </a:pPr>
                      <a:r>
                        <a:rPr sz="1500" dirty="0">
                          <a:latin typeface="Calibri"/>
                          <a:cs typeface="Calibri"/>
                        </a:rPr>
                        <a:t>Usability</a:t>
                      </a:r>
                      <a:r>
                        <a:rPr sz="1500" spc="-15" dirty="0">
                          <a:latin typeface="Calibri"/>
                          <a:cs typeface="Calibri"/>
                        </a:rPr>
                        <a:t> </a:t>
                      </a:r>
                      <a:r>
                        <a:rPr sz="1500" spc="-40" dirty="0">
                          <a:latin typeface="Calibri"/>
                          <a:cs typeface="Calibri"/>
                        </a:rPr>
                        <a:t>Test</a:t>
                      </a:r>
                      <a:endParaRPr sz="1500">
                        <a:latin typeface="Calibri"/>
                        <a:cs typeface="Calibri"/>
                      </a:endParaRPr>
                    </a:p>
                  </a:txBody>
                  <a:tcPr marL="0" marR="0" marT="787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13"/>
                  </a:ext>
                </a:extLst>
              </a:tr>
              <a:tr h="320001">
                <a:tc>
                  <a:txBody>
                    <a:bodyPr/>
                    <a:lstStyle/>
                    <a:p>
                      <a:pPr algn="ctr">
                        <a:lnSpc>
                          <a:spcPct val="100000"/>
                        </a:lnSpc>
                        <a:spcBef>
                          <a:spcPts val="270"/>
                        </a:spcBef>
                      </a:pPr>
                      <a:r>
                        <a:rPr sz="1500" spc="-10" dirty="0">
                          <a:latin typeface="Calibri"/>
                          <a:cs typeface="Calibri"/>
                        </a:rPr>
                        <a:t>14</a:t>
                      </a:r>
                      <a:endParaRPr sz="15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6350">
                        <a:lnSpc>
                          <a:spcPts val="1800"/>
                        </a:lnSpc>
                        <a:spcBef>
                          <a:spcPts val="620"/>
                        </a:spcBef>
                      </a:pPr>
                      <a:r>
                        <a:rPr sz="1500" spc="-5" dirty="0">
                          <a:latin typeface="Calibri"/>
                          <a:cs typeface="Calibri"/>
                        </a:rPr>
                        <a:t>Project Milestones </a:t>
                      </a:r>
                      <a:r>
                        <a:rPr sz="1500" dirty="0">
                          <a:latin typeface="Calibri"/>
                          <a:cs typeface="Calibri"/>
                        </a:rPr>
                        <a:t>&amp;</a:t>
                      </a:r>
                      <a:r>
                        <a:rPr sz="1500" spc="-20" dirty="0">
                          <a:latin typeface="Calibri"/>
                          <a:cs typeface="Calibri"/>
                        </a:rPr>
                        <a:t> </a:t>
                      </a:r>
                      <a:r>
                        <a:rPr sz="1500" spc="-30" dirty="0">
                          <a:latin typeface="Calibri"/>
                          <a:cs typeface="Calibri"/>
                        </a:rPr>
                        <a:t>Tasks</a:t>
                      </a:r>
                      <a:endParaRPr sz="1500">
                        <a:latin typeface="Calibri"/>
                        <a:cs typeface="Calibri"/>
                      </a:endParaRPr>
                    </a:p>
                  </a:txBody>
                  <a:tcPr marL="0" marR="0" marT="787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14"/>
                  </a:ext>
                </a:extLst>
              </a:tr>
              <a:tr h="320014">
                <a:tc>
                  <a:txBody>
                    <a:bodyPr/>
                    <a:lstStyle/>
                    <a:p>
                      <a:pPr algn="ctr">
                        <a:lnSpc>
                          <a:spcPct val="100000"/>
                        </a:lnSpc>
                        <a:spcBef>
                          <a:spcPts val="275"/>
                        </a:spcBef>
                      </a:pPr>
                      <a:r>
                        <a:rPr sz="1500" spc="-5" dirty="0">
                          <a:latin typeface="Calibri"/>
                          <a:cs typeface="Calibri"/>
                        </a:rPr>
                        <a:t>15</a:t>
                      </a:r>
                      <a:endParaRPr sz="1500">
                        <a:latin typeface="Calibri"/>
                        <a:cs typeface="Calibri"/>
                      </a:endParaRPr>
                    </a:p>
                  </a:txBody>
                  <a:tcPr marL="0" marR="0" marT="349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6350">
                        <a:lnSpc>
                          <a:spcPts val="1795"/>
                        </a:lnSpc>
                        <a:spcBef>
                          <a:spcPts val="625"/>
                        </a:spcBef>
                      </a:pPr>
                      <a:r>
                        <a:rPr sz="1500" spc="-5" dirty="0">
                          <a:latin typeface="Calibri"/>
                          <a:cs typeface="Calibri"/>
                        </a:rPr>
                        <a:t>Milestone Feedback </a:t>
                      </a:r>
                      <a:r>
                        <a:rPr sz="1500" dirty="0">
                          <a:latin typeface="Calibri"/>
                          <a:cs typeface="Calibri"/>
                        </a:rPr>
                        <a:t>&amp; </a:t>
                      </a:r>
                      <a:r>
                        <a:rPr sz="1500" spc="-5" dirty="0">
                          <a:latin typeface="Calibri"/>
                          <a:cs typeface="Calibri"/>
                        </a:rPr>
                        <a:t>Action</a:t>
                      </a:r>
                      <a:r>
                        <a:rPr sz="1500" spc="-15" dirty="0">
                          <a:latin typeface="Calibri"/>
                          <a:cs typeface="Calibri"/>
                        </a:rPr>
                        <a:t> taken</a:t>
                      </a:r>
                      <a:endParaRPr sz="1500">
                        <a:latin typeface="Calibri"/>
                        <a:cs typeface="Calibri"/>
                      </a:endParaRPr>
                    </a:p>
                  </a:txBody>
                  <a:tcPr marL="0" marR="0" marT="793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15"/>
                  </a:ext>
                </a:extLst>
              </a:tr>
              <a:tr h="320001">
                <a:tc>
                  <a:txBody>
                    <a:bodyPr/>
                    <a:lstStyle/>
                    <a:p>
                      <a:pPr algn="ctr">
                        <a:lnSpc>
                          <a:spcPct val="100000"/>
                        </a:lnSpc>
                        <a:spcBef>
                          <a:spcPts val="275"/>
                        </a:spcBef>
                      </a:pPr>
                      <a:r>
                        <a:rPr sz="1500" spc="-5" dirty="0">
                          <a:latin typeface="Calibri"/>
                          <a:cs typeface="Calibri"/>
                        </a:rPr>
                        <a:t>16</a:t>
                      </a:r>
                      <a:endParaRPr sz="1500">
                        <a:latin typeface="Calibri"/>
                        <a:cs typeface="Calibri"/>
                      </a:endParaRPr>
                    </a:p>
                  </a:txBody>
                  <a:tcPr marL="0" marR="0" marT="349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6350">
                        <a:lnSpc>
                          <a:spcPts val="1795"/>
                        </a:lnSpc>
                        <a:spcBef>
                          <a:spcPts val="625"/>
                        </a:spcBef>
                      </a:pPr>
                      <a:r>
                        <a:rPr sz="1500" spc="-10" dirty="0">
                          <a:latin typeface="Calibri"/>
                          <a:cs typeface="Calibri"/>
                        </a:rPr>
                        <a:t>Project </a:t>
                      </a:r>
                      <a:r>
                        <a:rPr sz="1500" spc="-5" dirty="0">
                          <a:latin typeface="Calibri"/>
                          <a:cs typeface="Calibri"/>
                        </a:rPr>
                        <a:t>Results</a:t>
                      </a:r>
                      <a:endParaRPr sz="1500">
                        <a:latin typeface="Calibri"/>
                        <a:cs typeface="Calibri"/>
                      </a:endParaRPr>
                    </a:p>
                  </a:txBody>
                  <a:tcPr marL="0" marR="0" marT="793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16"/>
                  </a:ext>
                </a:extLst>
              </a:tr>
              <a:tr h="300897">
                <a:tc>
                  <a:txBody>
                    <a:bodyPr/>
                    <a:lstStyle/>
                    <a:p>
                      <a:pPr algn="ctr">
                        <a:lnSpc>
                          <a:spcPct val="100000"/>
                        </a:lnSpc>
                        <a:spcBef>
                          <a:spcPts val="275"/>
                        </a:spcBef>
                      </a:pPr>
                      <a:r>
                        <a:rPr sz="1500" spc="-5" dirty="0">
                          <a:latin typeface="Calibri"/>
                          <a:cs typeface="Calibri"/>
                        </a:rPr>
                        <a:t>17</a:t>
                      </a:r>
                      <a:endParaRPr sz="1500">
                        <a:latin typeface="Calibri"/>
                        <a:cs typeface="Calibri"/>
                      </a:endParaRPr>
                    </a:p>
                  </a:txBody>
                  <a:tcPr marL="0" marR="0" marT="34925" marB="0">
                    <a:lnL w="12700">
                      <a:solidFill>
                        <a:srgbClr val="FFFFFF"/>
                      </a:solidFill>
                      <a:prstDash val="solid"/>
                    </a:lnL>
                    <a:lnR w="12700">
                      <a:solidFill>
                        <a:srgbClr val="FFFFFF"/>
                      </a:solidFill>
                      <a:prstDash val="solid"/>
                    </a:lnR>
                    <a:lnT w="12700">
                      <a:solidFill>
                        <a:srgbClr val="FFFFFF"/>
                      </a:solidFill>
                      <a:prstDash val="solid"/>
                    </a:lnT>
                    <a:solidFill>
                      <a:srgbClr val="D0D7E8"/>
                    </a:solidFill>
                  </a:tcPr>
                </a:tc>
                <a:tc>
                  <a:txBody>
                    <a:bodyPr/>
                    <a:lstStyle/>
                    <a:p>
                      <a:pPr marL="6350">
                        <a:lnSpc>
                          <a:spcPts val="1645"/>
                        </a:lnSpc>
                        <a:spcBef>
                          <a:spcPts val="625"/>
                        </a:spcBef>
                      </a:pPr>
                      <a:r>
                        <a:rPr sz="1500" spc="-5" dirty="0">
                          <a:latin typeface="Calibri"/>
                          <a:cs typeface="Calibri"/>
                        </a:rPr>
                        <a:t>Proposed</a:t>
                      </a:r>
                      <a:r>
                        <a:rPr sz="1500" spc="-30" dirty="0">
                          <a:latin typeface="Calibri"/>
                          <a:cs typeface="Calibri"/>
                        </a:rPr>
                        <a:t> </a:t>
                      </a:r>
                      <a:r>
                        <a:rPr sz="1500" spc="-10" dirty="0">
                          <a:latin typeface="Calibri"/>
                          <a:cs typeface="Calibri"/>
                        </a:rPr>
                        <a:t>Improvements</a:t>
                      </a:r>
                      <a:endParaRPr sz="1500">
                        <a:latin typeface="Calibri"/>
                        <a:cs typeface="Calibri"/>
                      </a:endParaRPr>
                    </a:p>
                  </a:txBody>
                  <a:tcPr marL="0" marR="0" marT="79375" marB="0">
                    <a:lnL w="12700">
                      <a:solidFill>
                        <a:srgbClr val="FFFFFF"/>
                      </a:solidFill>
                      <a:prstDash val="solid"/>
                    </a:lnL>
                    <a:lnR w="12700">
                      <a:solidFill>
                        <a:srgbClr val="FFFFFF"/>
                      </a:solidFill>
                      <a:prstDash val="solid"/>
                    </a:lnR>
                    <a:lnT w="12700">
                      <a:solidFill>
                        <a:srgbClr val="FFFFFF"/>
                      </a:solidFill>
                      <a:prstDash val="solid"/>
                    </a:lnT>
                    <a:solidFill>
                      <a:srgbClr val="D0D7E8"/>
                    </a:solidFill>
                  </a:tcPr>
                </a:tc>
                <a:extLst>
                  <a:ext uri="{0D108BD9-81ED-4DB2-BD59-A6C34878D82A}">
                    <a16:rowId xmlns:a16="http://schemas.microsoft.com/office/drawing/2014/main" val="10017"/>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3792" y="429005"/>
            <a:ext cx="3441065" cy="452120"/>
          </a:xfrm>
          <a:prstGeom prst="rect">
            <a:avLst/>
          </a:prstGeom>
        </p:spPr>
        <p:txBody>
          <a:bodyPr vert="horz" wrap="square" lIns="0" tIns="12065" rIns="0" bIns="0" rtlCol="0">
            <a:spAutoFit/>
          </a:bodyPr>
          <a:lstStyle/>
          <a:p>
            <a:pPr marL="12700">
              <a:lnSpc>
                <a:spcPct val="100000"/>
              </a:lnSpc>
              <a:spcBef>
                <a:spcPts val="95"/>
              </a:spcBef>
            </a:pPr>
            <a:r>
              <a:rPr spc="-5" dirty="0"/>
              <a:t>1. Development</a:t>
            </a:r>
            <a:r>
              <a:rPr spc="-35" dirty="0"/>
              <a:t> </a:t>
            </a:r>
            <a:r>
              <a:rPr spc="-70" dirty="0"/>
              <a:t>Tools</a:t>
            </a:r>
          </a:p>
        </p:txBody>
      </p:sp>
      <p:sp>
        <p:nvSpPr>
          <p:cNvPr id="3" name="object 3"/>
          <p:cNvSpPr/>
          <p:nvPr/>
        </p:nvSpPr>
        <p:spPr>
          <a:xfrm>
            <a:off x="60960" y="1171955"/>
            <a:ext cx="8945880" cy="5635752"/>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15240" y="1147572"/>
            <a:ext cx="4831080" cy="1496567"/>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108204" y="1196338"/>
            <a:ext cx="8856345" cy="5546090"/>
          </a:xfrm>
          <a:custGeom>
            <a:avLst/>
            <a:gdLst/>
            <a:ahLst/>
            <a:cxnLst/>
            <a:rect l="l" t="t" r="r" b="b"/>
            <a:pathLst>
              <a:path w="8856345" h="5546090">
                <a:moveTo>
                  <a:pt x="0" y="5545836"/>
                </a:moveTo>
                <a:lnTo>
                  <a:pt x="8855964" y="5545836"/>
                </a:lnTo>
                <a:lnTo>
                  <a:pt x="8855964" y="0"/>
                </a:lnTo>
                <a:lnTo>
                  <a:pt x="0" y="0"/>
                </a:lnTo>
                <a:lnTo>
                  <a:pt x="0" y="5545836"/>
                </a:lnTo>
                <a:close/>
              </a:path>
            </a:pathLst>
          </a:custGeom>
          <a:solidFill>
            <a:srgbClr val="F1F1F1"/>
          </a:solidFill>
        </p:spPr>
        <p:txBody>
          <a:bodyPr wrap="square" lIns="0" tIns="0" rIns="0" bIns="0" rtlCol="0"/>
          <a:lstStyle/>
          <a:p>
            <a:endParaRPr/>
          </a:p>
        </p:txBody>
      </p:sp>
      <p:sp>
        <p:nvSpPr>
          <p:cNvPr id="6" name="object 6"/>
          <p:cNvSpPr/>
          <p:nvPr/>
        </p:nvSpPr>
        <p:spPr>
          <a:xfrm>
            <a:off x="108204" y="1196338"/>
            <a:ext cx="8856345" cy="5546090"/>
          </a:xfrm>
          <a:custGeom>
            <a:avLst/>
            <a:gdLst/>
            <a:ahLst/>
            <a:cxnLst/>
            <a:rect l="l" t="t" r="r" b="b"/>
            <a:pathLst>
              <a:path w="8856345" h="5546090">
                <a:moveTo>
                  <a:pt x="0" y="5545836"/>
                </a:moveTo>
                <a:lnTo>
                  <a:pt x="8855964" y="5545836"/>
                </a:lnTo>
                <a:lnTo>
                  <a:pt x="8855964" y="0"/>
                </a:lnTo>
                <a:lnTo>
                  <a:pt x="0" y="0"/>
                </a:lnTo>
                <a:lnTo>
                  <a:pt x="0" y="5545836"/>
                </a:lnTo>
                <a:close/>
              </a:path>
            </a:pathLst>
          </a:custGeom>
          <a:ln w="9144">
            <a:solidFill>
              <a:srgbClr val="000000"/>
            </a:solidFill>
          </a:ln>
        </p:spPr>
        <p:txBody>
          <a:bodyPr wrap="square" lIns="0" tIns="0" rIns="0" bIns="0" rtlCol="0"/>
          <a:lstStyle/>
          <a:p>
            <a:endParaRPr/>
          </a:p>
        </p:txBody>
      </p:sp>
      <p:sp>
        <p:nvSpPr>
          <p:cNvPr id="7" name="object 7"/>
          <p:cNvSpPr txBox="1"/>
          <p:nvPr/>
        </p:nvSpPr>
        <p:spPr>
          <a:xfrm>
            <a:off x="186639" y="1128083"/>
            <a:ext cx="8820201" cy="407163"/>
          </a:xfrm>
          <a:prstGeom prst="rect">
            <a:avLst/>
          </a:prstGeom>
        </p:spPr>
        <p:txBody>
          <a:bodyPr vert="horz" wrap="square" lIns="0" tIns="98425" rIns="0" bIns="0" rtlCol="0">
            <a:spAutoFit/>
          </a:bodyPr>
          <a:lstStyle/>
          <a:p>
            <a:pPr marL="299085" indent="-286385">
              <a:lnSpc>
                <a:spcPct val="100000"/>
              </a:lnSpc>
              <a:spcBef>
                <a:spcPts val="775"/>
              </a:spcBef>
              <a:buFont typeface="Wingdings"/>
              <a:buChar char=""/>
              <a:tabLst>
                <a:tab pos="299720" algn="l"/>
              </a:tabLst>
            </a:pPr>
            <a:r>
              <a:rPr sz="2000" b="1" spc="-10" dirty="0">
                <a:latin typeface="Calibri"/>
                <a:cs typeface="Calibri"/>
              </a:rPr>
              <a:t>Development </a:t>
            </a:r>
            <a:r>
              <a:rPr sz="2000" b="1" spc="-35" dirty="0">
                <a:latin typeface="Calibri"/>
                <a:cs typeface="Calibri"/>
              </a:rPr>
              <a:t>Tools </a:t>
            </a:r>
            <a:r>
              <a:rPr sz="2000" b="1" spc="-5" dirty="0">
                <a:latin typeface="Calibri"/>
                <a:cs typeface="Calibri"/>
              </a:rPr>
              <a:t>Screen</a:t>
            </a:r>
            <a:r>
              <a:rPr sz="2000" b="1" spc="5" dirty="0">
                <a:latin typeface="Calibri"/>
                <a:cs typeface="Calibri"/>
              </a:rPr>
              <a:t> </a:t>
            </a:r>
            <a:r>
              <a:rPr sz="2000" b="1" spc="-10" dirty="0">
                <a:latin typeface="Calibri"/>
                <a:cs typeface="Calibri"/>
              </a:rPr>
              <a:t>captures</a:t>
            </a:r>
            <a:endParaRPr sz="2000" dirty="0">
              <a:latin typeface="Calibri"/>
              <a:cs typeface="Calibri"/>
            </a:endParaRPr>
          </a:p>
        </p:txBody>
      </p:sp>
      <p:pic>
        <p:nvPicPr>
          <p:cNvPr id="9" name="Picture 8">
            <a:extLst>
              <a:ext uri="{FF2B5EF4-FFF2-40B4-BE49-F238E27FC236}">
                <a16:creationId xmlns:a16="http://schemas.microsoft.com/office/drawing/2014/main" id="{0A421414-09DC-490C-903D-D881985ACD7D}"/>
              </a:ext>
            </a:extLst>
          </p:cNvPr>
          <p:cNvPicPr>
            <a:picLocks noChangeAspect="1"/>
          </p:cNvPicPr>
          <p:nvPr/>
        </p:nvPicPr>
        <p:blipFill>
          <a:blip r:embed="rId4"/>
          <a:stretch>
            <a:fillRect/>
          </a:stretch>
        </p:blipFill>
        <p:spPr>
          <a:xfrm>
            <a:off x="5147733" y="4419600"/>
            <a:ext cx="3539067" cy="1990725"/>
          </a:xfrm>
          <a:prstGeom prst="rect">
            <a:avLst/>
          </a:prstGeom>
        </p:spPr>
      </p:pic>
      <p:pic>
        <p:nvPicPr>
          <p:cNvPr id="10" name="Picture 9">
            <a:extLst>
              <a:ext uri="{FF2B5EF4-FFF2-40B4-BE49-F238E27FC236}">
                <a16:creationId xmlns:a16="http://schemas.microsoft.com/office/drawing/2014/main" id="{4028B1E8-61E3-CFE7-3272-E7E5BBE85DFC}"/>
              </a:ext>
            </a:extLst>
          </p:cNvPr>
          <p:cNvPicPr>
            <a:picLocks noChangeAspect="1"/>
          </p:cNvPicPr>
          <p:nvPr/>
        </p:nvPicPr>
        <p:blipFill>
          <a:blip r:embed="rId5"/>
          <a:stretch>
            <a:fillRect/>
          </a:stretch>
        </p:blipFill>
        <p:spPr>
          <a:xfrm>
            <a:off x="457200" y="1667814"/>
            <a:ext cx="3539067" cy="1990725"/>
          </a:xfrm>
          <a:prstGeom prst="rect">
            <a:avLst/>
          </a:prstGeom>
        </p:spPr>
      </p:pic>
      <p:pic>
        <p:nvPicPr>
          <p:cNvPr id="14" name="Picture 13">
            <a:extLst>
              <a:ext uri="{FF2B5EF4-FFF2-40B4-BE49-F238E27FC236}">
                <a16:creationId xmlns:a16="http://schemas.microsoft.com/office/drawing/2014/main" id="{F0E33E73-5848-EE9C-751B-369D1FACE981}"/>
              </a:ext>
            </a:extLst>
          </p:cNvPr>
          <p:cNvPicPr>
            <a:picLocks noChangeAspect="1"/>
          </p:cNvPicPr>
          <p:nvPr/>
        </p:nvPicPr>
        <p:blipFill>
          <a:blip r:embed="rId6"/>
          <a:stretch>
            <a:fillRect/>
          </a:stretch>
        </p:blipFill>
        <p:spPr>
          <a:xfrm>
            <a:off x="304801" y="3865878"/>
            <a:ext cx="4267200" cy="2400300"/>
          </a:xfrm>
          <a:prstGeom prst="rect">
            <a:avLst/>
          </a:prstGeom>
        </p:spPr>
      </p:pic>
      <p:pic>
        <p:nvPicPr>
          <p:cNvPr id="17" name="Picture 16">
            <a:extLst>
              <a:ext uri="{FF2B5EF4-FFF2-40B4-BE49-F238E27FC236}">
                <a16:creationId xmlns:a16="http://schemas.microsoft.com/office/drawing/2014/main" id="{6B8F5680-82B9-C930-2A69-8507714983BE}"/>
              </a:ext>
            </a:extLst>
          </p:cNvPr>
          <p:cNvPicPr>
            <a:picLocks noChangeAspect="1"/>
          </p:cNvPicPr>
          <p:nvPr/>
        </p:nvPicPr>
        <p:blipFill>
          <a:blip r:embed="rId7"/>
          <a:stretch>
            <a:fillRect/>
          </a:stretch>
        </p:blipFill>
        <p:spPr>
          <a:xfrm>
            <a:off x="4463797" y="1521983"/>
            <a:ext cx="4223003" cy="237543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3792" y="429005"/>
            <a:ext cx="3876675" cy="452120"/>
          </a:xfrm>
          <a:prstGeom prst="rect">
            <a:avLst/>
          </a:prstGeom>
        </p:spPr>
        <p:txBody>
          <a:bodyPr vert="horz" wrap="square" lIns="0" tIns="12065" rIns="0" bIns="0" rtlCol="0">
            <a:spAutoFit/>
          </a:bodyPr>
          <a:lstStyle/>
          <a:p>
            <a:pPr marL="12700">
              <a:lnSpc>
                <a:spcPct val="100000"/>
              </a:lnSpc>
              <a:spcBef>
                <a:spcPts val="95"/>
              </a:spcBef>
            </a:pPr>
            <a:r>
              <a:rPr spc="-5" dirty="0"/>
              <a:t>2. Feedback</a:t>
            </a:r>
            <a:r>
              <a:rPr spc="-65" dirty="0"/>
              <a:t> </a:t>
            </a:r>
            <a:r>
              <a:rPr spc="-35" dirty="0"/>
              <a:t>Techniques</a:t>
            </a:r>
          </a:p>
        </p:txBody>
      </p:sp>
      <p:sp>
        <p:nvSpPr>
          <p:cNvPr id="3" name="object 3"/>
          <p:cNvSpPr/>
          <p:nvPr/>
        </p:nvSpPr>
        <p:spPr>
          <a:xfrm>
            <a:off x="60960" y="1171955"/>
            <a:ext cx="8945880" cy="5635752"/>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15240" y="1147546"/>
            <a:ext cx="3934967" cy="614197"/>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108204" y="1196338"/>
            <a:ext cx="8856345" cy="5546090"/>
          </a:xfrm>
          <a:custGeom>
            <a:avLst/>
            <a:gdLst/>
            <a:ahLst/>
            <a:cxnLst/>
            <a:rect l="l" t="t" r="r" b="b"/>
            <a:pathLst>
              <a:path w="8856345" h="5546090">
                <a:moveTo>
                  <a:pt x="0" y="5545836"/>
                </a:moveTo>
                <a:lnTo>
                  <a:pt x="8855964" y="5545836"/>
                </a:lnTo>
                <a:lnTo>
                  <a:pt x="8855964" y="0"/>
                </a:lnTo>
                <a:lnTo>
                  <a:pt x="0" y="0"/>
                </a:lnTo>
                <a:lnTo>
                  <a:pt x="0" y="5545836"/>
                </a:lnTo>
                <a:close/>
              </a:path>
            </a:pathLst>
          </a:custGeom>
          <a:solidFill>
            <a:srgbClr val="F1F1F1"/>
          </a:solidFill>
        </p:spPr>
        <p:txBody>
          <a:bodyPr wrap="square" lIns="0" tIns="0" rIns="0" bIns="0" rtlCol="0"/>
          <a:lstStyle/>
          <a:p>
            <a:endParaRPr lang="en-US" dirty="0"/>
          </a:p>
          <a:p>
            <a:endParaRPr lang="en-US" dirty="0"/>
          </a:p>
        </p:txBody>
      </p:sp>
      <p:sp>
        <p:nvSpPr>
          <p:cNvPr id="6" name="object 6"/>
          <p:cNvSpPr/>
          <p:nvPr/>
        </p:nvSpPr>
        <p:spPr>
          <a:xfrm>
            <a:off x="108204" y="1196338"/>
            <a:ext cx="8856345" cy="5546090"/>
          </a:xfrm>
          <a:custGeom>
            <a:avLst/>
            <a:gdLst/>
            <a:ahLst/>
            <a:cxnLst/>
            <a:rect l="l" t="t" r="r" b="b"/>
            <a:pathLst>
              <a:path w="8856345" h="5546090">
                <a:moveTo>
                  <a:pt x="0" y="5545836"/>
                </a:moveTo>
                <a:lnTo>
                  <a:pt x="8855964" y="5545836"/>
                </a:lnTo>
                <a:lnTo>
                  <a:pt x="8855964" y="0"/>
                </a:lnTo>
                <a:lnTo>
                  <a:pt x="0" y="0"/>
                </a:lnTo>
                <a:lnTo>
                  <a:pt x="0" y="5545836"/>
                </a:lnTo>
                <a:close/>
              </a:path>
            </a:pathLst>
          </a:custGeom>
          <a:ln w="9144">
            <a:solidFill>
              <a:srgbClr val="000000"/>
            </a:solidFill>
          </a:ln>
        </p:spPr>
        <p:txBody>
          <a:bodyPr wrap="square" lIns="0" tIns="0" rIns="0" bIns="0" rtlCol="0"/>
          <a:lstStyle/>
          <a:p>
            <a:endParaRPr/>
          </a:p>
        </p:txBody>
      </p:sp>
      <p:sp>
        <p:nvSpPr>
          <p:cNvPr id="7" name="object 7"/>
          <p:cNvSpPr txBox="1"/>
          <p:nvPr/>
        </p:nvSpPr>
        <p:spPr>
          <a:xfrm>
            <a:off x="186639" y="1213484"/>
            <a:ext cx="3585210" cy="321242"/>
          </a:xfrm>
          <a:prstGeom prst="rect">
            <a:avLst/>
          </a:prstGeom>
        </p:spPr>
        <p:txBody>
          <a:bodyPr vert="horz" wrap="square" lIns="0" tIns="13335" rIns="0" bIns="0" rtlCol="0">
            <a:spAutoFit/>
          </a:bodyPr>
          <a:lstStyle/>
          <a:p>
            <a:pPr marL="299085" indent="-286385">
              <a:lnSpc>
                <a:spcPct val="100000"/>
              </a:lnSpc>
              <a:spcBef>
                <a:spcPts val="105"/>
              </a:spcBef>
              <a:buFont typeface="Wingdings"/>
              <a:buChar char=""/>
              <a:tabLst>
                <a:tab pos="299720" algn="l"/>
              </a:tabLst>
            </a:pPr>
            <a:r>
              <a:rPr lang="en-US" sz="2000" b="1" spc="-5" dirty="0">
                <a:latin typeface="Calibri"/>
                <a:cs typeface="Calibri"/>
              </a:rPr>
              <a:t>Feedback </a:t>
            </a:r>
            <a:r>
              <a:rPr lang="en-US" sz="2000" b="1" spc="-10" dirty="0">
                <a:latin typeface="Calibri"/>
                <a:cs typeface="Calibri"/>
              </a:rPr>
              <a:t>gathering</a:t>
            </a:r>
            <a:r>
              <a:rPr lang="en-US" sz="2000" b="1" spc="-25" dirty="0">
                <a:latin typeface="Calibri"/>
                <a:cs typeface="Calibri"/>
              </a:rPr>
              <a:t> </a:t>
            </a:r>
            <a:r>
              <a:rPr lang="en-US" sz="2000" b="1" spc="-5" dirty="0">
                <a:latin typeface="Calibri"/>
                <a:cs typeface="Calibri"/>
              </a:rPr>
              <a:t>techniques</a:t>
            </a:r>
            <a:endParaRPr lang="en-US" sz="2000" dirty="0">
              <a:latin typeface="Calibri"/>
              <a:cs typeface="Calibri"/>
            </a:endParaRPr>
          </a:p>
        </p:txBody>
      </p:sp>
      <p:sp>
        <p:nvSpPr>
          <p:cNvPr id="8" name="TextBox 7">
            <a:extLst>
              <a:ext uri="{FF2B5EF4-FFF2-40B4-BE49-F238E27FC236}">
                <a16:creationId xmlns:a16="http://schemas.microsoft.com/office/drawing/2014/main" id="{6528A736-E066-4D8E-A81D-48649025F77A}"/>
              </a:ext>
            </a:extLst>
          </p:cNvPr>
          <p:cNvSpPr txBox="1"/>
          <p:nvPr/>
        </p:nvSpPr>
        <p:spPr>
          <a:xfrm>
            <a:off x="381000" y="1676400"/>
            <a:ext cx="8458200" cy="3970318"/>
          </a:xfrm>
          <a:prstGeom prst="rect">
            <a:avLst/>
          </a:prstGeom>
          <a:noFill/>
        </p:spPr>
        <p:txBody>
          <a:bodyPr wrap="square" rtlCol="0">
            <a:spAutoFit/>
          </a:bodyPr>
          <a:lstStyle/>
          <a:p>
            <a:r>
              <a:rPr lang="en-US" sz="1800" dirty="0">
                <a:effectLst/>
                <a:latin typeface="Arial MT"/>
                <a:ea typeface="Arial MT"/>
                <a:cs typeface="Arial MT"/>
              </a:rPr>
              <a:t>There</a:t>
            </a:r>
            <a:r>
              <a:rPr lang="en-US" sz="1800" spc="-10" dirty="0">
                <a:effectLst/>
                <a:latin typeface="Arial MT"/>
                <a:ea typeface="Arial MT"/>
                <a:cs typeface="Arial MT"/>
              </a:rPr>
              <a:t> </a:t>
            </a:r>
            <a:r>
              <a:rPr lang="en-US" sz="1800" dirty="0">
                <a:effectLst/>
                <a:latin typeface="Arial MT"/>
                <a:ea typeface="Arial MT"/>
                <a:cs typeface="Arial MT"/>
              </a:rPr>
              <a:t>are</a:t>
            </a:r>
            <a:r>
              <a:rPr lang="en-US" sz="1800" spc="-10" dirty="0">
                <a:effectLst/>
                <a:latin typeface="Arial MT"/>
                <a:ea typeface="Arial MT"/>
                <a:cs typeface="Arial MT"/>
              </a:rPr>
              <a:t> </a:t>
            </a:r>
            <a:r>
              <a:rPr lang="en-US" sz="1800" dirty="0">
                <a:effectLst/>
                <a:latin typeface="Arial MT"/>
                <a:ea typeface="Arial MT"/>
                <a:cs typeface="Arial MT"/>
              </a:rPr>
              <a:t>two</a:t>
            </a:r>
            <a:r>
              <a:rPr lang="en-US" sz="1800" spc="-5" dirty="0">
                <a:effectLst/>
                <a:latin typeface="Arial MT"/>
                <a:ea typeface="Arial MT"/>
                <a:cs typeface="Arial MT"/>
              </a:rPr>
              <a:t> </a:t>
            </a:r>
            <a:r>
              <a:rPr lang="en-US" sz="1800" dirty="0">
                <a:effectLst/>
                <a:latin typeface="Arial MT"/>
                <a:ea typeface="Arial MT"/>
                <a:cs typeface="Arial MT"/>
              </a:rPr>
              <a:t>ways</a:t>
            </a:r>
            <a:r>
              <a:rPr lang="en-US" sz="1800" spc="-20" dirty="0">
                <a:effectLst/>
                <a:latin typeface="Arial MT"/>
                <a:ea typeface="Arial MT"/>
                <a:cs typeface="Arial MT"/>
              </a:rPr>
              <a:t> </a:t>
            </a:r>
            <a:r>
              <a:rPr lang="en-US" sz="1800" dirty="0">
                <a:effectLst/>
                <a:latin typeface="Arial MT"/>
                <a:ea typeface="Arial MT"/>
                <a:cs typeface="Arial MT"/>
              </a:rPr>
              <a:t>to</a:t>
            </a:r>
            <a:r>
              <a:rPr lang="en-US" sz="1800" spc="-15" dirty="0">
                <a:effectLst/>
                <a:latin typeface="Arial MT"/>
                <a:ea typeface="Arial MT"/>
                <a:cs typeface="Arial MT"/>
              </a:rPr>
              <a:t> </a:t>
            </a:r>
            <a:r>
              <a:rPr lang="en-US" sz="1800" dirty="0">
                <a:effectLst/>
                <a:latin typeface="Arial MT"/>
                <a:ea typeface="Arial MT"/>
                <a:cs typeface="Arial MT"/>
              </a:rPr>
              <a:t>collecting</a:t>
            </a:r>
            <a:r>
              <a:rPr lang="en-US" sz="1800" spc="-15" dirty="0">
                <a:effectLst/>
                <a:latin typeface="Arial MT"/>
                <a:ea typeface="Arial MT"/>
                <a:cs typeface="Arial MT"/>
              </a:rPr>
              <a:t> </a:t>
            </a:r>
            <a:r>
              <a:rPr lang="en-US" sz="1800" dirty="0">
                <a:effectLst/>
                <a:latin typeface="Arial MT"/>
                <a:ea typeface="Arial MT"/>
                <a:cs typeface="Arial MT"/>
              </a:rPr>
              <a:t>the feedback</a:t>
            </a:r>
            <a:r>
              <a:rPr lang="en-US" sz="1800" spc="-20" dirty="0">
                <a:effectLst/>
                <a:latin typeface="Arial MT"/>
                <a:ea typeface="Arial MT"/>
                <a:cs typeface="Arial MT"/>
              </a:rPr>
              <a:t> </a:t>
            </a:r>
            <a:r>
              <a:rPr lang="en-US" sz="1800" dirty="0">
                <a:effectLst/>
                <a:latin typeface="Arial MT"/>
                <a:ea typeface="Arial MT"/>
                <a:cs typeface="Arial MT"/>
              </a:rPr>
              <a:t>data,</a:t>
            </a:r>
            <a:r>
              <a:rPr lang="en-US" sz="1800" spc="-15" dirty="0">
                <a:effectLst/>
                <a:latin typeface="Arial MT"/>
                <a:ea typeface="Arial MT"/>
                <a:cs typeface="Arial MT"/>
              </a:rPr>
              <a:t> </a:t>
            </a:r>
            <a:r>
              <a:rPr lang="en-US" sz="1800" dirty="0">
                <a:effectLst/>
                <a:latin typeface="Arial MT"/>
                <a:ea typeface="Arial MT"/>
                <a:cs typeface="Arial MT"/>
              </a:rPr>
              <a:t>quantitative</a:t>
            </a:r>
            <a:r>
              <a:rPr lang="en-US" sz="1800" spc="-5" dirty="0">
                <a:effectLst/>
                <a:latin typeface="Arial MT"/>
                <a:ea typeface="Arial MT"/>
                <a:cs typeface="Arial MT"/>
              </a:rPr>
              <a:t> </a:t>
            </a:r>
            <a:r>
              <a:rPr lang="en-US" sz="1800" dirty="0">
                <a:effectLst/>
                <a:latin typeface="Arial MT"/>
                <a:ea typeface="Arial MT"/>
                <a:cs typeface="Arial MT"/>
              </a:rPr>
              <a:t>and</a:t>
            </a:r>
            <a:r>
              <a:rPr lang="en-US" sz="1800" spc="-15" dirty="0">
                <a:effectLst/>
                <a:latin typeface="Arial MT"/>
                <a:ea typeface="Arial MT"/>
                <a:cs typeface="Arial MT"/>
              </a:rPr>
              <a:t> </a:t>
            </a:r>
            <a:r>
              <a:rPr lang="en-US" sz="1800" dirty="0">
                <a:effectLst/>
                <a:latin typeface="Arial MT"/>
                <a:ea typeface="Arial MT"/>
                <a:cs typeface="Arial MT"/>
              </a:rPr>
              <a:t>qualitative</a:t>
            </a:r>
            <a:r>
              <a:rPr lang="en-US" sz="1800" spc="-320" dirty="0">
                <a:effectLst/>
                <a:latin typeface="Arial MT"/>
                <a:ea typeface="Arial MT"/>
                <a:cs typeface="Arial MT"/>
              </a:rPr>
              <a:t> .</a:t>
            </a:r>
          </a:p>
          <a:p>
            <a:endParaRPr lang="en-US" dirty="0">
              <a:ea typeface="Arial MT"/>
              <a:cs typeface="Arial MT"/>
            </a:endParaRPr>
          </a:p>
          <a:p>
            <a:pPr marL="342900" indent="-342900">
              <a:buFont typeface="+mj-lt"/>
              <a:buAutoNum type="arabicPeriod"/>
            </a:pPr>
            <a:r>
              <a:rPr lang="en-ID" b="0" i="0" dirty="0">
                <a:solidFill>
                  <a:srgbClr val="000000"/>
                </a:solidFill>
                <a:effectLst/>
                <a:latin typeface="ff-tisa-web-pro"/>
              </a:rPr>
              <a:t>Quantitative feedback is an evaluation performed on the basis of measurable outcomes and metrics. It provides concrete information about employee and company performance which can be used as part of a regular assessment plan or in the development of new goals.</a:t>
            </a:r>
          </a:p>
          <a:p>
            <a:pPr marL="342900" indent="-342900">
              <a:buFont typeface="+mj-lt"/>
              <a:buAutoNum type="arabicPeriod"/>
            </a:pPr>
            <a:endParaRPr lang="en-ID" b="0" i="0" dirty="0">
              <a:solidFill>
                <a:srgbClr val="000000"/>
              </a:solidFill>
              <a:effectLst/>
              <a:latin typeface="ff-tisa-web-pro"/>
            </a:endParaRPr>
          </a:p>
          <a:p>
            <a:pPr marL="342900" indent="-342900">
              <a:buFont typeface="+mj-lt"/>
              <a:buAutoNum type="arabicPeriod"/>
            </a:pPr>
            <a:r>
              <a:rPr lang="en-ID" b="0" i="0" dirty="0">
                <a:solidFill>
                  <a:srgbClr val="000000"/>
                </a:solidFill>
                <a:effectLst/>
                <a:latin typeface="ff-tisa-web-pro"/>
              </a:rPr>
              <a:t>Qualitative feedback is a body of observations and responses to one's work or performance that is based on comparisons and descriptions of characteristics in a non-numerical manner. </a:t>
            </a:r>
            <a:r>
              <a:rPr lang="en-US" sz="1800" dirty="0">
                <a:effectLst/>
                <a:latin typeface="Arial MT"/>
                <a:ea typeface="Arial MT"/>
                <a:cs typeface="Arial MT"/>
              </a:rPr>
              <a:t> </a:t>
            </a:r>
          </a:p>
          <a:p>
            <a:br>
              <a:rPr lang="en-US" sz="1800" dirty="0">
                <a:effectLst/>
                <a:latin typeface="Arial MT"/>
                <a:ea typeface="Arial MT"/>
                <a:cs typeface="Arial MT"/>
              </a:rPr>
            </a:br>
            <a:endParaRPr lang="en-US" dirty="0">
              <a:ea typeface="Arial MT"/>
              <a:cs typeface="Arial MT"/>
            </a:endParaRPr>
          </a:p>
          <a:p>
            <a:pPr marL="342900" indent="-342900">
              <a:buFont typeface="+mj-lt"/>
              <a:buAutoNum type="arabicPeriod"/>
            </a:pPr>
            <a:endParaRPr lang="en-US" sz="1800" dirty="0">
              <a:effectLst/>
              <a:latin typeface="Arial MT"/>
              <a:ea typeface="Arial MT"/>
              <a:cs typeface="Arial MT"/>
            </a:endParaRP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8267" y="429005"/>
            <a:ext cx="2992120" cy="452120"/>
          </a:xfrm>
          <a:prstGeom prst="rect">
            <a:avLst/>
          </a:prstGeom>
        </p:spPr>
        <p:txBody>
          <a:bodyPr vert="horz" wrap="square" lIns="0" tIns="12065" rIns="0" bIns="0" rtlCol="0">
            <a:spAutoFit/>
          </a:bodyPr>
          <a:lstStyle/>
          <a:p>
            <a:pPr marL="12700">
              <a:lnSpc>
                <a:spcPct val="100000"/>
              </a:lnSpc>
              <a:spcBef>
                <a:spcPts val="95"/>
              </a:spcBef>
            </a:pPr>
            <a:r>
              <a:rPr spc="-5" dirty="0"/>
              <a:t>3. Pages</a:t>
            </a:r>
            <a:r>
              <a:rPr spc="-60" dirty="0"/>
              <a:t> </a:t>
            </a:r>
            <a:r>
              <a:rPr dirty="0"/>
              <a:t>Inventory</a:t>
            </a:r>
          </a:p>
        </p:txBody>
      </p:sp>
      <p:sp>
        <p:nvSpPr>
          <p:cNvPr id="3" name="object 3"/>
          <p:cNvSpPr/>
          <p:nvPr/>
        </p:nvSpPr>
        <p:spPr>
          <a:xfrm>
            <a:off x="60960" y="1171955"/>
            <a:ext cx="8945880" cy="5635752"/>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15240" y="1147546"/>
            <a:ext cx="5647944" cy="614197"/>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108204" y="1196338"/>
            <a:ext cx="8856345" cy="5546090"/>
          </a:xfrm>
          <a:custGeom>
            <a:avLst/>
            <a:gdLst/>
            <a:ahLst/>
            <a:cxnLst/>
            <a:rect l="l" t="t" r="r" b="b"/>
            <a:pathLst>
              <a:path w="8856345" h="5546090">
                <a:moveTo>
                  <a:pt x="0" y="5545836"/>
                </a:moveTo>
                <a:lnTo>
                  <a:pt x="8855964" y="5545836"/>
                </a:lnTo>
                <a:lnTo>
                  <a:pt x="8855964" y="0"/>
                </a:lnTo>
                <a:lnTo>
                  <a:pt x="0" y="0"/>
                </a:lnTo>
                <a:lnTo>
                  <a:pt x="0" y="5545836"/>
                </a:lnTo>
                <a:close/>
              </a:path>
            </a:pathLst>
          </a:custGeom>
          <a:solidFill>
            <a:srgbClr val="F1F1F1"/>
          </a:solidFill>
        </p:spPr>
        <p:txBody>
          <a:bodyPr wrap="square" lIns="0" tIns="0" rIns="0" bIns="0" rtlCol="0"/>
          <a:lstStyle/>
          <a:p>
            <a:endParaRPr/>
          </a:p>
        </p:txBody>
      </p:sp>
      <p:sp>
        <p:nvSpPr>
          <p:cNvPr id="6" name="object 6"/>
          <p:cNvSpPr/>
          <p:nvPr/>
        </p:nvSpPr>
        <p:spPr>
          <a:xfrm>
            <a:off x="108204" y="1196338"/>
            <a:ext cx="8856345" cy="5546090"/>
          </a:xfrm>
          <a:custGeom>
            <a:avLst/>
            <a:gdLst/>
            <a:ahLst/>
            <a:cxnLst/>
            <a:rect l="l" t="t" r="r" b="b"/>
            <a:pathLst>
              <a:path w="8856345" h="5546090">
                <a:moveTo>
                  <a:pt x="0" y="5545836"/>
                </a:moveTo>
                <a:lnTo>
                  <a:pt x="8855964" y="5545836"/>
                </a:lnTo>
                <a:lnTo>
                  <a:pt x="8855964" y="0"/>
                </a:lnTo>
                <a:lnTo>
                  <a:pt x="0" y="0"/>
                </a:lnTo>
                <a:lnTo>
                  <a:pt x="0" y="5545836"/>
                </a:lnTo>
                <a:close/>
              </a:path>
            </a:pathLst>
          </a:custGeom>
          <a:ln w="9144">
            <a:solidFill>
              <a:srgbClr val="000000"/>
            </a:solidFill>
          </a:ln>
        </p:spPr>
        <p:txBody>
          <a:bodyPr wrap="square" lIns="0" tIns="0" rIns="0" bIns="0" rtlCol="0"/>
          <a:lstStyle/>
          <a:p>
            <a:endParaRPr/>
          </a:p>
        </p:txBody>
      </p:sp>
      <p:sp>
        <p:nvSpPr>
          <p:cNvPr id="7" name="object 7"/>
          <p:cNvSpPr txBox="1"/>
          <p:nvPr/>
        </p:nvSpPr>
        <p:spPr>
          <a:xfrm>
            <a:off x="186639" y="1213484"/>
            <a:ext cx="5297805" cy="330835"/>
          </a:xfrm>
          <a:prstGeom prst="rect">
            <a:avLst/>
          </a:prstGeom>
        </p:spPr>
        <p:txBody>
          <a:bodyPr vert="horz" wrap="square" lIns="0" tIns="13335" rIns="0" bIns="0" rtlCol="0">
            <a:spAutoFit/>
          </a:bodyPr>
          <a:lstStyle/>
          <a:p>
            <a:pPr marL="299085" indent="-286385">
              <a:lnSpc>
                <a:spcPct val="100000"/>
              </a:lnSpc>
              <a:spcBef>
                <a:spcPts val="105"/>
              </a:spcBef>
              <a:buFont typeface="Wingdings"/>
              <a:buChar char=""/>
              <a:tabLst>
                <a:tab pos="299720" algn="l"/>
              </a:tabLst>
            </a:pPr>
            <a:r>
              <a:rPr sz="2000" b="1" spc="-5" dirty="0">
                <a:latin typeface="Calibri"/>
                <a:cs typeface="Calibri"/>
              </a:rPr>
              <a:t>List </a:t>
            </a:r>
            <a:r>
              <a:rPr sz="2000" b="1" dirty="0">
                <a:latin typeface="Calibri"/>
                <a:cs typeface="Calibri"/>
              </a:rPr>
              <a:t>of </a:t>
            </a:r>
            <a:r>
              <a:rPr sz="2000" b="1" spc="-15" dirty="0">
                <a:latin typeface="Calibri"/>
                <a:cs typeface="Calibri"/>
              </a:rPr>
              <a:t>Pages for </a:t>
            </a:r>
            <a:r>
              <a:rPr sz="2000" b="1" spc="-5" dirty="0">
                <a:latin typeface="Calibri"/>
                <a:cs typeface="Calibri"/>
              </a:rPr>
              <a:t>which </a:t>
            </a:r>
            <a:r>
              <a:rPr sz="2000" b="1" dirty="0">
                <a:latin typeface="Calibri"/>
                <a:cs typeface="Calibri"/>
              </a:rPr>
              <a:t>UI need </a:t>
            </a:r>
            <a:r>
              <a:rPr sz="2000" b="1" spc="-10" dirty="0">
                <a:latin typeface="Calibri"/>
                <a:cs typeface="Calibri"/>
              </a:rPr>
              <a:t>to </a:t>
            </a:r>
            <a:r>
              <a:rPr sz="2000" b="1" dirty="0">
                <a:latin typeface="Calibri"/>
                <a:cs typeface="Calibri"/>
              </a:rPr>
              <a:t>be</a:t>
            </a:r>
            <a:r>
              <a:rPr sz="2000" b="1" spc="-5" dirty="0">
                <a:latin typeface="Calibri"/>
                <a:cs typeface="Calibri"/>
              </a:rPr>
              <a:t> </a:t>
            </a:r>
            <a:r>
              <a:rPr sz="2000" b="1" spc="-10" dirty="0">
                <a:latin typeface="Calibri"/>
                <a:cs typeface="Calibri"/>
              </a:rPr>
              <a:t>developed</a:t>
            </a:r>
            <a:endParaRPr sz="2000">
              <a:latin typeface="Calibri"/>
              <a:cs typeface="Calibri"/>
            </a:endParaRPr>
          </a:p>
        </p:txBody>
      </p:sp>
      <p:graphicFrame>
        <p:nvGraphicFramePr>
          <p:cNvPr id="8" name="object 8"/>
          <p:cNvGraphicFramePr>
            <a:graphicFrameLocks noGrp="1"/>
          </p:cNvGraphicFramePr>
          <p:nvPr>
            <p:extLst>
              <p:ext uri="{D42A27DB-BD31-4B8C-83A1-F6EECF244321}">
                <p14:modId xmlns:p14="http://schemas.microsoft.com/office/powerpoint/2010/main" val="1600006823"/>
              </p:ext>
            </p:extLst>
          </p:nvPr>
        </p:nvGraphicFramePr>
        <p:xfrm>
          <a:off x="357822" y="1676400"/>
          <a:ext cx="8352155" cy="4403979"/>
        </p:xfrm>
        <a:graphic>
          <a:graphicData uri="http://schemas.openxmlformats.org/drawingml/2006/table">
            <a:tbl>
              <a:tblPr firstRow="1" bandRow="1">
                <a:tableStyleId>{2D5ABB26-0587-4C30-8999-92F81FD0307C}</a:tableStyleId>
              </a:tblPr>
              <a:tblGrid>
                <a:gridCol w="749300">
                  <a:extLst>
                    <a:ext uri="{9D8B030D-6E8A-4147-A177-3AD203B41FA5}">
                      <a16:colId xmlns:a16="http://schemas.microsoft.com/office/drawing/2014/main" val="20000"/>
                    </a:ext>
                  </a:extLst>
                </a:gridCol>
                <a:gridCol w="7602855">
                  <a:extLst>
                    <a:ext uri="{9D8B030D-6E8A-4147-A177-3AD203B41FA5}">
                      <a16:colId xmlns:a16="http://schemas.microsoft.com/office/drawing/2014/main" val="20001"/>
                    </a:ext>
                  </a:extLst>
                </a:gridCol>
              </a:tblGrid>
              <a:tr h="370713">
                <a:tc>
                  <a:txBody>
                    <a:bodyPr/>
                    <a:lstStyle/>
                    <a:p>
                      <a:pPr marL="91440">
                        <a:lnSpc>
                          <a:spcPct val="100000"/>
                        </a:lnSpc>
                        <a:spcBef>
                          <a:spcPts val="240"/>
                        </a:spcBef>
                      </a:pPr>
                      <a:r>
                        <a:rPr sz="1800" b="1" dirty="0">
                          <a:solidFill>
                            <a:srgbClr val="FFFFFF"/>
                          </a:solidFill>
                          <a:latin typeface="Calibri"/>
                          <a:cs typeface="Calibri"/>
                        </a:rPr>
                        <a:t>S.</a:t>
                      </a:r>
                      <a:r>
                        <a:rPr sz="1800" b="1" spc="-20" dirty="0">
                          <a:solidFill>
                            <a:srgbClr val="FFFFFF"/>
                          </a:solidFill>
                          <a:latin typeface="Calibri"/>
                          <a:cs typeface="Calibri"/>
                        </a:rPr>
                        <a:t> </a:t>
                      </a:r>
                      <a:r>
                        <a:rPr sz="1800" b="1" dirty="0">
                          <a:solidFill>
                            <a:srgbClr val="FFFFFF"/>
                          </a:solidFill>
                          <a:latin typeface="Calibri"/>
                          <a:cs typeface="Calibri"/>
                        </a:rPr>
                        <a:t>No.</a:t>
                      </a:r>
                      <a:endParaRPr sz="1800" dirty="0">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91440">
                        <a:lnSpc>
                          <a:spcPct val="100000"/>
                        </a:lnSpc>
                        <a:spcBef>
                          <a:spcPts val="240"/>
                        </a:spcBef>
                      </a:pPr>
                      <a:r>
                        <a:rPr sz="1800" b="1" spc="-20" dirty="0">
                          <a:solidFill>
                            <a:srgbClr val="FFFFFF"/>
                          </a:solidFill>
                          <a:latin typeface="Calibri"/>
                          <a:cs typeface="Calibri"/>
                        </a:rPr>
                        <a:t>Page</a:t>
                      </a:r>
                      <a:r>
                        <a:rPr sz="1800" b="1" spc="-5" dirty="0">
                          <a:solidFill>
                            <a:srgbClr val="FFFFFF"/>
                          </a:solidFill>
                          <a:latin typeface="Calibri"/>
                          <a:cs typeface="Calibri"/>
                        </a:rPr>
                        <a:t> </a:t>
                      </a:r>
                      <a:r>
                        <a:rPr sz="1800" b="1" dirty="0">
                          <a:solidFill>
                            <a:srgbClr val="FFFFFF"/>
                          </a:solidFill>
                          <a:latin typeface="Calibri"/>
                          <a:cs typeface="Calibri"/>
                        </a:rPr>
                        <a:t>Name</a:t>
                      </a:r>
                      <a:endParaRPr sz="1800" dirty="0">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370713">
                <a:tc>
                  <a:txBody>
                    <a:bodyPr/>
                    <a:lstStyle/>
                    <a:p>
                      <a:pPr algn="ctr">
                        <a:lnSpc>
                          <a:spcPct val="100000"/>
                        </a:lnSpc>
                      </a:pPr>
                      <a:r>
                        <a:rPr lang="en-US" sz="2100" dirty="0">
                          <a:latin typeface="Times New Roman"/>
                          <a:cs typeface="Times New Roman"/>
                        </a:rPr>
                        <a:t>1</a:t>
                      </a:r>
                      <a:endParaRPr sz="21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38100" cap="flat" cmpd="sng" algn="ctr">
                      <a:solidFill>
                        <a:srgbClr val="FFFFFF"/>
                      </a:solidFill>
                      <a:prstDash val="solid"/>
                      <a:round/>
                      <a:headEnd type="none" w="med" len="med"/>
                      <a:tailEnd type="none" w="med" len="med"/>
                    </a:lnB>
                    <a:solidFill>
                      <a:srgbClr val="D0D7E8"/>
                    </a:solidFill>
                  </a:tcPr>
                </a:tc>
                <a:tc>
                  <a:txBody>
                    <a:bodyPr/>
                    <a:lstStyle/>
                    <a:p>
                      <a:pPr>
                        <a:lnSpc>
                          <a:spcPct val="100000"/>
                        </a:lnSpc>
                      </a:pPr>
                      <a:r>
                        <a:rPr lang="en-US" sz="2400" dirty="0">
                          <a:solidFill>
                            <a:schemeClr val="tx1"/>
                          </a:solidFill>
                          <a:effectLst/>
                          <a:latin typeface="+mn-lt"/>
                          <a:ea typeface="+mn-ea"/>
                          <a:cs typeface="+mn-cs"/>
                        </a:rPr>
                        <a:t> Home Page</a:t>
                      </a:r>
                      <a:endParaRPr sz="21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38100" cap="flat" cmpd="sng" algn="ctr">
                      <a:solidFill>
                        <a:srgbClr val="FFFFFF"/>
                      </a:solidFill>
                      <a:prstDash val="solid"/>
                      <a:round/>
                      <a:headEnd type="none" w="med" len="med"/>
                      <a:tailEnd type="none" w="med" len="med"/>
                    </a:lnB>
                    <a:solidFill>
                      <a:srgbClr val="D0D7E8"/>
                    </a:solidFill>
                  </a:tcPr>
                </a:tc>
                <a:extLst>
                  <a:ext uri="{0D108BD9-81ED-4DB2-BD59-A6C34878D82A}">
                    <a16:rowId xmlns:a16="http://schemas.microsoft.com/office/drawing/2014/main" val="10001"/>
                  </a:ext>
                </a:extLst>
              </a:tr>
              <a:tr h="370713">
                <a:tc>
                  <a:txBody>
                    <a:bodyPr/>
                    <a:lstStyle/>
                    <a:p>
                      <a:pPr algn="ctr">
                        <a:lnSpc>
                          <a:spcPct val="100000"/>
                        </a:lnSpc>
                      </a:pPr>
                      <a:r>
                        <a:rPr lang="en-US" sz="2100" dirty="0">
                          <a:latin typeface="Times New Roman"/>
                          <a:cs typeface="Times New Roman"/>
                        </a:rPr>
                        <a:t>2</a:t>
                      </a:r>
                      <a:endParaRPr sz="2100" dirty="0">
                        <a:latin typeface="Times New Roman"/>
                        <a:cs typeface="Times New Roman"/>
                      </a:endParaRPr>
                    </a:p>
                  </a:txBody>
                  <a:tcPr marL="0" marR="0" marT="0" marB="0">
                    <a:lnL w="12700">
                      <a:solidFill>
                        <a:srgbClr val="FFFFFF"/>
                      </a:solidFill>
                      <a:prstDash val="solid"/>
                    </a:lnL>
                    <a:lnR w="12700" cap="flat" cmpd="sng" algn="ctr">
                      <a:solidFill>
                        <a:srgbClr val="FFFFFF"/>
                      </a:solidFill>
                      <a:prstDash val="solid"/>
                      <a:round/>
                      <a:headEnd type="none" w="med" len="med"/>
                      <a:tailEnd type="none" w="med" len="med"/>
                    </a:lnR>
                    <a:lnT w="38100">
                      <a:solidFill>
                        <a:srgbClr val="FFFFFF"/>
                      </a:solidFill>
                      <a:prstDash val="solid"/>
                    </a:lnT>
                    <a:lnB w="38100" cap="flat" cmpd="sng" algn="ctr">
                      <a:solidFill>
                        <a:srgbClr val="FFFFFF"/>
                      </a:solidFill>
                      <a:prstDash val="solid"/>
                      <a:round/>
                      <a:headEnd type="none" w="med" len="med"/>
                      <a:tailEnd type="none" w="med" len="med"/>
                    </a:lnB>
                    <a:solidFill>
                      <a:srgbClr val="D0D7E8"/>
                    </a:solidFill>
                  </a:tcPr>
                </a:tc>
                <a:tc>
                  <a:txBody>
                    <a:bodyPr/>
                    <a:lstStyle/>
                    <a:p>
                      <a:pPr>
                        <a:lnSpc>
                          <a:spcPct val="100000"/>
                        </a:lnSpc>
                      </a:pPr>
                      <a:r>
                        <a:rPr lang="en-US" sz="2400" dirty="0">
                          <a:solidFill>
                            <a:schemeClr val="tx1"/>
                          </a:solidFill>
                          <a:effectLst/>
                          <a:latin typeface="+mn-lt"/>
                          <a:ea typeface="+mn-ea"/>
                          <a:cs typeface="+mn-cs"/>
                        </a:rPr>
                        <a:t> Registration Page</a:t>
                      </a:r>
                      <a:endParaRPr sz="2100" dirty="0">
                        <a:latin typeface="Times New Roman"/>
                        <a:cs typeface="Times New Roman"/>
                      </a:endParaRPr>
                    </a:p>
                  </a:txBody>
                  <a:tcPr marL="0" marR="0" marT="0" marB="0">
                    <a:lnL w="12700" cap="flat" cmpd="sng" algn="ctr">
                      <a:solidFill>
                        <a:srgbClr val="FFFFFF"/>
                      </a:solidFill>
                      <a:prstDash val="solid"/>
                      <a:round/>
                      <a:headEnd type="none" w="med" len="med"/>
                      <a:tailEnd type="none" w="med" len="med"/>
                    </a:lnL>
                    <a:lnR w="12700">
                      <a:solidFill>
                        <a:srgbClr val="FFFFFF"/>
                      </a:solidFill>
                      <a:prstDash val="solid"/>
                    </a:lnR>
                    <a:lnT w="38100">
                      <a:solidFill>
                        <a:srgbClr val="FFFFFF"/>
                      </a:solidFill>
                      <a:prstDash val="solid"/>
                    </a:lnT>
                    <a:lnB w="38100" cap="flat" cmpd="sng" algn="ctr">
                      <a:solidFill>
                        <a:srgbClr val="FFFFFF"/>
                      </a:solidFill>
                      <a:prstDash val="solid"/>
                      <a:round/>
                      <a:headEnd type="none" w="med" len="med"/>
                      <a:tailEnd type="none" w="med" len="med"/>
                    </a:lnB>
                    <a:solidFill>
                      <a:srgbClr val="D0D7E8"/>
                    </a:solidFill>
                  </a:tcPr>
                </a:tc>
                <a:extLst>
                  <a:ext uri="{0D108BD9-81ED-4DB2-BD59-A6C34878D82A}">
                    <a16:rowId xmlns:a16="http://schemas.microsoft.com/office/drawing/2014/main" val="788853344"/>
                  </a:ext>
                </a:extLst>
              </a:tr>
              <a:tr h="345186">
                <a:tc>
                  <a:txBody>
                    <a:bodyPr/>
                    <a:lstStyle/>
                    <a:p>
                      <a:pPr algn="ctr">
                        <a:lnSpc>
                          <a:spcPct val="100000"/>
                        </a:lnSpc>
                      </a:pPr>
                      <a:r>
                        <a:rPr lang="en-US" sz="2100" dirty="0">
                          <a:latin typeface="Times New Roman"/>
                          <a:cs typeface="Times New Roman"/>
                        </a:rPr>
                        <a:t>3</a:t>
                      </a:r>
                      <a:endParaRPr sz="2100" dirty="0">
                        <a:latin typeface="Times New Roman"/>
                        <a:cs typeface="Times New Roman"/>
                      </a:endParaRPr>
                    </a:p>
                  </a:txBody>
                  <a:tcPr marL="0" marR="0" marT="0" marB="0">
                    <a:lnL w="12700">
                      <a:solidFill>
                        <a:srgbClr val="FFFFFF"/>
                      </a:solidFill>
                      <a:prstDash val="solid"/>
                    </a:lnL>
                    <a:lnR w="12700" cap="flat" cmpd="sng" algn="ctr">
                      <a:solidFill>
                        <a:srgbClr val="FFFFFF"/>
                      </a:solidFill>
                      <a:prstDash val="solid"/>
                      <a:round/>
                      <a:headEnd type="none" w="med" len="med"/>
                      <a:tailEnd type="none" w="med" len="med"/>
                    </a:lnR>
                    <a:lnT w="38100">
                      <a:solidFill>
                        <a:srgbClr val="FFFFFF"/>
                      </a:solidFill>
                      <a:prstDash val="solid"/>
                    </a:lnT>
                    <a:lnB w="38100" cap="flat" cmpd="sng" algn="ctr">
                      <a:solidFill>
                        <a:srgbClr val="FFFFFF"/>
                      </a:solidFill>
                      <a:prstDash val="solid"/>
                      <a:round/>
                      <a:headEnd type="none" w="med" len="med"/>
                      <a:tailEnd type="none" w="med" len="med"/>
                    </a:lnB>
                    <a:solidFill>
                      <a:srgbClr val="D0D7E8"/>
                    </a:solidFill>
                  </a:tcPr>
                </a:tc>
                <a:tc>
                  <a:txBody>
                    <a:bodyPr/>
                    <a:lstStyle/>
                    <a:p>
                      <a:pPr>
                        <a:lnSpc>
                          <a:spcPct val="100000"/>
                        </a:lnSpc>
                      </a:pPr>
                      <a:r>
                        <a:rPr lang="en-US" sz="2400" dirty="0">
                          <a:solidFill>
                            <a:schemeClr val="tx1"/>
                          </a:solidFill>
                          <a:effectLst/>
                          <a:latin typeface="+mn-lt"/>
                          <a:ea typeface="+mn-ea"/>
                          <a:cs typeface="+mn-cs"/>
                        </a:rPr>
                        <a:t> Registration Confirmation Page</a:t>
                      </a:r>
                      <a:endParaRPr sz="2100" dirty="0">
                        <a:latin typeface="Times New Roman"/>
                        <a:cs typeface="Times New Roman"/>
                      </a:endParaRPr>
                    </a:p>
                  </a:txBody>
                  <a:tcPr marL="0" marR="0" marT="0" marB="0">
                    <a:lnL w="12700" cap="flat" cmpd="sng" algn="ctr">
                      <a:solidFill>
                        <a:srgbClr val="FFFFFF"/>
                      </a:solidFill>
                      <a:prstDash val="solid"/>
                      <a:round/>
                      <a:headEnd type="none" w="med" len="med"/>
                      <a:tailEnd type="none" w="med" len="med"/>
                    </a:lnL>
                    <a:lnR w="12700">
                      <a:solidFill>
                        <a:srgbClr val="FFFFFF"/>
                      </a:solidFill>
                      <a:prstDash val="solid"/>
                    </a:lnR>
                    <a:lnT w="38100">
                      <a:solidFill>
                        <a:srgbClr val="FFFFFF"/>
                      </a:solidFill>
                      <a:prstDash val="solid"/>
                    </a:lnT>
                    <a:lnB w="38100" cap="flat" cmpd="sng" algn="ctr">
                      <a:solidFill>
                        <a:srgbClr val="FFFFFF"/>
                      </a:solidFill>
                      <a:prstDash val="solid"/>
                      <a:round/>
                      <a:headEnd type="none" w="med" len="med"/>
                      <a:tailEnd type="none" w="med" len="med"/>
                    </a:lnB>
                    <a:solidFill>
                      <a:srgbClr val="D0D7E8"/>
                    </a:solidFill>
                  </a:tcPr>
                </a:tc>
                <a:extLst>
                  <a:ext uri="{0D108BD9-81ED-4DB2-BD59-A6C34878D82A}">
                    <a16:rowId xmlns:a16="http://schemas.microsoft.com/office/drawing/2014/main" val="1308736797"/>
                  </a:ext>
                </a:extLst>
              </a:tr>
              <a:tr h="345186">
                <a:tc>
                  <a:txBody>
                    <a:bodyPr/>
                    <a:lstStyle/>
                    <a:p>
                      <a:pPr algn="ctr">
                        <a:lnSpc>
                          <a:spcPct val="100000"/>
                        </a:lnSpc>
                      </a:pPr>
                      <a:r>
                        <a:rPr lang="en-US" sz="2100" dirty="0">
                          <a:latin typeface="Times New Roman"/>
                          <a:cs typeface="Times New Roman"/>
                        </a:rPr>
                        <a:t>4</a:t>
                      </a:r>
                      <a:endParaRPr sz="2100" dirty="0">
                        <a:latin typeface="Times New Roman"/>
                        <a:cs typeface="Times New Roman"/>
                      </a:endParaRPr>
                    </a:p>
                  </a:txBody>
                  <a:tcPr marL="0" marR="0" marT="0" marB="0">
                    <a:lnL w="12700">
                      <a:solidFill>
                        <a:srgbClr val="FFFFFF"/>
                      </a:solidFill>
                      <a:prstDash val="solid"/>
                    </a:lnL>
                    <a:lnR w="12700" cap="flat" cmpd="sng" algn="ctr">
                      <a:solidFill>
                        <a:srgbClr val="FFFFFF"/>
                      </a:solidFill>
                      <a:prstDash val="solid"/>
                      <a:round/>
                      <a:headEnd type="none" w="med" len="med"/>
                      <a:tailEnd type="none" w="med" len="med"/>
                    </a:lnR>
                    <a:lnT w="38100">
                      <a:solidFill>
                        <a:srgbClr val="FFFFFF"/>
                      </a:solidFill>
                      <a:prstDash val="solid"/>
                    </a:lnT>
                    <a:lnB w="38100" cap="flat" cmpd="sng" algn="ctr">
                      <a:solidFill>
                        <a:srgbClr val="FFFFFF"/>
                      </a:solidFill>
                      <a:prstDash val="solid"/>
                      <a:round/>
                      <a:headEnd type="none" w="med" len="med"/>
                      <a:tailEnd type="none" w="med" len="med"/>
                    </a:lnB>
                    <a:solidFill>
                      <a:srgbClr val="D0D7E8"/>
                    </a:solidFill>
                  </a:tcPr>
                </a:tc>
                <a:tc>
                  <a:txBody>
                    <a:bodyPr/>
                    <a:lstStyle/>
                    <a:p>
                      <a:pPr>
                        <a:lnSpc>
                          <a:spcPct val="100000"/>
                        </a:lnSpc>
                      </a:pPr>
                      <a:r>
                        <a:rPr lang="en-US" sz="2400" dirty="0">
                          <a:solidFill>
                            <a:schemeClr val="tx1"/>
                          </a:solidFill>
                          <a:effectLst/>
                          <a:latin typeface="+mn-lt"/>
                          <a:ea typeface="+mn-ea"/>
                          <a:cs typeface="+mn-cs"/>
                        </a:rPr>
                        <a:t> Update Profile Page</a:t>
                      </a:r>
                      <a:endParaRPr sz="2100" dirty="0">
                        <a:latin typeface="Times New Roman"/>
                        <a:cs typeface="Times New Roman"/>
                      </a:endParaRPr>
                    </a:p>
                  </a:txBody>
                  <a:tcPr marL="0" marR="0" marT="0" marB="0">
                    <a:lnL w="12700" cap="flat" cmpd="sng" algn="ctr">
                      <a:solidFill>
                        <a:srgbClr val="FFFFFF"/>
                      </a:solidFill>
                      <a:prstDash val="solid"/>
                      <a:round/>
                      <a:headEnd type="none" w="med" len="med"/>
                      <a:tailEnd type="none" w="med" len="med"/>
                    </a:lnL>
                    <a:lnR w="12700">
                      <a:solidFill>
                        <a:srgbClr val="FFFFFF"/>
                      </a:solidFill>
                      <a:prstDash val="solid"/>
                    </a:lnR>
                    <a:lnT w="38100">
                      <a:solidFill>
                        <a:srgbClr val="FFFFFF"/>
                      </a:solidFill>
                      <a:prstDash val="solid"/>
                    </a:lnT>
                    <a:lnB w="38100" cap="flat" cmpd="sng" algn="ctr">
                      <a:solidFill>
                        <a:srgbClr val="FFFFFF"/>
                      </a:solidFill>
                      <a:prstDash val="solid"/>
                      <a:round/>
                      <a:headEnd type="none" w="med" len="med"/>
                      <a:tailEnd type="none" w="med" len="med"/>
                    </a:lnB>
                    <a:solidFill>
                      <a:srgbClr val="D0D7E8"/>
                    </a:solidFill>
                  </a:tcPr>
                </a:tc>
                <a:extLst>
                  <a:ext uri="{0D108BD9-81ED-4DB2-BD59-A6C34878D82A}">
                    <a16:rowId xmlns:a16="http://schemas.microsoft.com/office/drawing/2014/main" val="2800062352"/>
                  </a:ext>
                </a:extLst>
              </a:tr>
              <a:tr h="345186">
                <a:tc>
                  <a:txBody>
                    <a:bodyPr/>
                    <a:lstStyle/>
                    <a:p>
                      <a:pPr algn="ctr">
                        <a:lnSpc>
                          <a:spcPct val="100000"/>
                        </a:lnSpc>
                      </a:pPr>
                      <a:r>
                        <a:rPr lang="en-US" sz="2100" dirty="0">
                          <a:latin typeface="Times New Roman"/>
                          <a:cs typeface="Times New Roman"/>
                        </a:rPr>
                        <a:t>5</a:t>
                      </a:r>
                      <a:endParaRPr sz="2100" dirty="0">
                        <a:latin typeface="Times New Roman"/>
                        <a:cs typeface="Times New Roman"/>
                      </a:endParaRPr>
                    </a:p>
                  </a:txBody>
                  <a:tcPr marL="0" marR="0" marT="0" marB="0">
                    <a:lnL w="12700">
                      <a:solidFill>
                        <a:srgbClr val="FFFFFF"/>
                      </a:solidFill>
                      <a:prstDash val="solid"/>
                    </a:lnL>
                    <a:lnR w="12700" cap="flat" cmpd="sng" algn="ctr">
                      <a:solidFill>
                        <a:srgbClr val="FFFFFF"/>
                      </a:solidFill>
                      <a:prstDash val="solid"/>
                      <a:round/>
                      <a:headEnd type="none" w="med" len="med"/>
                      <a:tailEnd type="none" w="med" len="med"/>
                    </a:lnR>
                    <a:lnT w="38100">
                      <a:solidFill>
                        <a:srgbClr val="FFFFFF"/>
                      </a:solidFill>
                      <a:prstDash val="solid"/>
                    </a:lnT>
                    <a:lnB w="38100" cap="flat" cmpd="sng" algn="ctr">
                      <a:solidFill>
                        <a:srgbClr val="FFFFFF"/>
                      </a:solidFill>
                      <a:prstDash val="solid"/>
                      <a:round/>
                      <a:headEnd type="none" w="med" len="med"/>
                      <a:tailEnd type="none" w="med" len="med"/>
                    </a:lnB>
                    <a:solidFill>
                      <a:srgbClr val="D0D7E8"/>
                    </a:solidFill>
                  </a:tcPr>
                </a:tc>
                <a:tc>
                  <a:txBody>
                    <a:bodyPr/>
                    <a:lstStyle/>
                    <a:p>
                      <a:pPr>
                        <a:lnSpc>
                          <a:spcPct val="100000"/>
                        </a:lnSpc>
                      </a:pPr>
                      <a:r>
                        <a:rPr lang="en-US" sz="2400" dirty="0">
                          <a:solidFill>
                            <a:schemeClr val="tx1"/>
                          </a:solidFill>
                          <a:effectLst/>
                          <a:latin typeface="+mn-lt"/>
                          <a:ea typeface="+mn-ea"/>
                          <a:cs typeface="+mn-cs"/>
                        </a:rPr>
                        <a:t> Search Users Page</a:t>
                      </a:r>
                      <a:endParaRPr sz="2100" dirty="0">
                        <a:latin typeface="Times New Roman"/>
                        <a:cs typeface="Times New Roman"/>
                      </a:endParaRPr>
                    </a:p>
                  </a:txBody>
                  <a:tcPr marL="0" marR="0" marT="0" marB="0">
                    <a:lnL w="12700" cap="flat" cmpd="sng" algn="ctr">
                      <a:solidFill>
                        <a:srgbClr val="FFFFFF"/>
                      </a:solidFill>
                      <a:prstDash val="solid"/>
                      <a:round/>
                      <a:headEnd type="none" w="med" len="med"/>
                      <a:tailEnd type="none" w="med" len="med"/>
                    </a:lnL>
                    <a:lnR w="12700">
                      <a:solidFill>
                        <a:srgbClr val="FFFFFF"/>
                      </a:solidFill>
                      <a:prstDash val="solid"/>
                    </a:lnR>
                    <a:lnT w="38100">
                      <a:solidFill>
                        <a:srgbClr val="FFFFFF"/>
                      </a:solidFill>
                      <a:prstDash val="solid"/>
                    </a:lnT>
                    <a:lnB w="38100" cap="flat" cmpd="sng" algn="ctr">
                      <a:solidFill>
                        <a:srgbClr val="FFFFFF"/>
                      </a:solidFill>
                      <a:prstDash val="solid"/>
                      <a:round/>
                      <a:headEnd type="none" w="med" len="med"/>
                      <a:tailEnd type="none" w="med" len="med"/>
                    </a:lnB>
                    <a:solidFill>
                      <a:srgbClr val="D0D7E8"/>
                    </a:solidFill>
                  </a:tcPr>
                </a:tc>
                <a:extLst>
                  <a:ext uri="{0D108BD9-81ED-4DB2-BD59-A6C34878D82A}">
                    <a16:rowId xmlns:a16="http://schemas.microsoft.com/office/drawing/2014/main" val="2923950187"/>
                  </a:ext>
                </a:extLst>
              </a:tr>
              <a:tr h="345186">
                <a:tc>
                  <a:txBody>
                    <a:bodyPr/>
                    <a:lstStyle/>
                    <a:p>
                      <a:pPr algn="ctr">
                        <a:lnSpc>
                          <a:spcPct val="100000"/>
                        </a:lnSpc>
                      </a:pPr>
                      <a:r>
                        <a:rPr lang="en-US" sz="2100" dirty="0">
                          <a:latin typeface="Times New Roman"/>
                          <a:cs typeface="Times New Roman"/>
                        </a:rPr>
                        <a:t>6</a:t>
                      </a:r>
                      <a:endParaRPr sz="2100" dirty="0">
                        <a:latin typeface="Times New Roman"/>
                        <a:cs typeface="Times New Roman"/>
                      </a:endParaRPr>
                    </a:p>
                  </a:txBody>
                  <a:tcPr marL="0" marR="0" marT="0" marB="0">
                    <a:lnL w="12700">
                      <a:solidFill>
                        <a:srgbClr val="FFFFFF"/>
                      </a:solidFill>
                      <a:prstDash val="solid"/>
                    </a:lnL>
                    <a:lnR w="12700" cap="flat" cmpd="sng" algn="ctr">
                      <a:solidFill>
                        <a:srgbClr val="FFFFFF"/>
                      </a:solidFill>
                      <a:prstDash val="solid"/>
                      <a:round/>
                      <a:headEnd type="none" w="med" len="med"/>
                      <a:tailEnd type="none" w="med" len="med"/>
                    </a:lnR>
                    <a:lnT w="38100">
                      <a:solidFill>
                        <a:srgbClr val="FFFFFF"/>
                      </a:solidFill>
                      <a:prstDash val="solid"/>
                    </a:lnT>
                    <a:lnB w="38100" cap="flat" cmpd="sng" algn="ctr">
                      <a:solidFill>
                        <a:srgbClr val="FFFFFF"/>
                      </a:solidFill>
                      <a:prstDash val="solid"/>
                      <a:round/>
                      <a:headEnd type="none" w="med" len="med"/>
                      <a:tailEnd type="none" w="med" len="med"/>
                    </a:lnB>
                    <a:solidFill>
                      <a:srgbClr val="D0D7E8"/>
                    </a:solidFill>
                  </a:tcPr>
                </a:tc>
                <a:tc>
                  <a:txBody>
                    <a:bodyPr/>
                    <a:lstStyle/>
                    <a:p>
                      <a:pPr>
                        <a:lnSpc>
                          <a:spcPct val="100000"/>
                        </a:lnSpc>
                      </a:pPr>
                      <a:r>
                        <a:rPr lang="en-US" sz="2400" dirty="0">
                          <a:solidFill>
                            <a:schemeClr val="tx1"/>
                          </a:solidFill>
                          <a:effectLst/>
                          <a:latin typeface="+mn-lt"/>
                          <a:ea typeface="+mn-ea"/>
                          <a:cs typeface="+mn-cs"/>
                        </a:rPr>
                        <a:t> List Search Results</a:t>
                      </a:r>
                      <a:endParaRPr sz="2100" dirty="0">
                        <a:latin typeface="Times New Roman"/>
                        <a:cs typeface="Times New Roman"/>
                      </a:endParaRPr>
                    </a:p>
                  </a:txBody>
                  <a:tcPr marL="0" marR="0" marT="0" marB="0">
                    <a:lnL w="12700" cap="flat" cmpd="sng" algn="ctr">
                      <a:solidFill>
                        <a:srgbClr val="FFFFFF"/>
                      </a:solidFill>
                      <a:prstDash val="solid"/>
                      <a:round/>
                      <a:headEnd type="none" w="med" len="med"/>
                      <a:tailEnd type="none" w="med" len="med"/>
                    </a:lnL>
                    <a:lnR w="12700">
                      <a:solidFill>
                        <a:srgbClr val="FFFFFF"/>
                      </a:solidFill>
                      <a:prstDash val="solid"/>
                    </a:lnR>
                    <a:lnT w="38100">
                      <a:solidFill>
                        <a:srgbClr val="FFFFFF"/>
                      </a:solidFill>
                      <a:prstDash val="solid"/>
                    </a:lnT>
                    <a:lnB w="38100" cap="flat" cmpd="sng" algn="ctr">
                      <a:solidFill>
                        <a:srgbClr val="FFFFFF"/>
                      </a:solidFill>
                      <a:prstDash val="solid"/>
                      <a:round/>
                      <a:headEnd type="none" w="med" len="med"/>
                      <a:tailEnd type="none" w="med" len="med"/>
                    </a:lnB>
                    <a:solidFill>
                      <a:srgbClr val="D0D7E8"/>
                    </a:solidFill>
                  </a:tcPr>
                </a:tc>
                <a:extLst>
                  <a:ext uri="{0D108BD9-81ED-4DB2-BD59-A6C34878D82A}">
                    <a16:rowId xmlns:a16="http://schemas.microsoft.com/office/drawing/2014/main" val="1925766766"/>
                  </a:ext>
                </a:extLst>
              </a:tr>
              <a:tr h="345186">
                <a:tc>
                  <a:txBody>
                    <a:bodyPr/>
                    <a:lstStyle/>
                    <a:p>
                      <a:pPr algn="ctr">
                        <a:lnSpc>
                          <a:spcPct val="100000"/>
                        </a:lnSpc>
                      </a:pPr>
                      <a:r>
                        <a:rPr lang="en-US" sz="2100" dirty="0">
                          <a:latin typeface="Times New Roman"/>
                          <a:cs typeface="Times New Roman"/>
                        </a:rPr>
                        <a:t>7</a:t>
                      </a:r>
                      <a:endParaRPr sz="2100" dirty="0">
                        <a:latin typeface="Times New Roman"/>
                        <a:cs typeface="Times New Roman"/>
                      </a:endParaRPr>
                    </a:p>
                  </a:txBody>
                  <a:tcPr marL="0" marR="0" marT="0" marB="0">
                    <a:lnL w="12700">
                      <a:solidFill>
                        <a:srgbClr val="FFFFFF"/>
                      </a:solidFill>
                      <a:prstDash val="solid"/>
                    </a:lnL>
                    <a:lnR w="12700" cap="flat" cmpd="sng" algn="ctr">
                      <a:solidFill>
                        <a:srgbClr val="FFFFFF"/>
                      </a:solidFill>
                      <a:prstDash val="solid"/>
                      <a:round/>
                      <a:headEnd type="none" w="med" len="med"/>
                      <a:tailEnd type="none" w="med" len="med"/>
                    </a:lnR>
                    <a:lnT w="38100">
                      <a:solidFill>
                        <a:srgbClr val="FFFFFF"/>
                      </a:solidFill>
                      <a:prstDash val="solid"/>
                    </a:lnT>
                    <a:lnB w="38100" cap="flat" cmpd="sng" algn="ctr">
                      <a:solidFill>
                        <a:srgbClr val="FFFFFF"/>
                      </a:solidFill>
                      <a:prstDash val="solid"/>
                      <a:round/>
                      <a:headEnd type="none" w="med" len="med"/>
                      <a:tailEnd type="none" w="med" len="med"/>
                    </a:lnB>
                    <a:solidFill>
                      <a:srgbClr val="D0D7E8"/>
                    </a:solidFill>
                  </a:tcPr>
                </a:tc>
                <a:tc>
                  <a:txBody>
                    <a:bodyPr/>
                    <a:lstStyle/>
                    <a:p>
                      <a:pPr>
                        <a:lnSpc>
                          <a:spcPct val="100000"/>
                        </a:lnSpc>
                      </a:pPr>
                      <a:r>
                        <a:rPr lang="en-US" sz="2400" dirty="0">
                          <a:solidFill>
                            <a:schemeClr val="tx1"/>
                          </a:solidFill>
                          <a:effectLst/>
                          <a:latin typeface="+mn-lt"/>
                          <a:ea typeface="+mn-ea"/>
                          <a:cs typeface="+mn-cs"/>
                        </a:rPr>
                        <a:t> Public Profile Page</a:t>
                      </a:r>
                      <a:endParaRPr sz="2100" dirty="0">
                        <a:latin typeface="Times New Roman"/>
                        <a:cs typeface="Times New Roman"/>
                      </a:endParaRPr>
                    </a:p>
                  </a:txBody>
                  <a:tcPr marL="0" marR="0" marT="0" marB="0">
                    <a:lnL w="12700" cap="flat" cmpd="sng" algn="ctr">
                      <a:solidFill>
                        <a:srgbClr val="FFFFFF"/>
                      </a:solidFill>
                      <a:prstDash val="solid"/>
                      <a:round/>
                      <a:headEnd type="none" w="med" len="med"/>
                      <a:tailEnd type="none" w="med" len="med"/>
                    </a:lnL>
                    <a:lnR w="12700">
                      <a:solidFill>
                        <a:srgbClr val="FFFFFF"/>
                      </a:solidFill>
                      <a:prstDash val="solid"/>
                    </a:lnR>
                    <a:lnT w="38100">
                      <a:solidFill>
                        <a:srgbClr val="FFFFFF"/>
                      </a:solidFill>
                      <a:prstDash val="solid"/>
                    </a:lnT>
                    <a:lnB w="38100" cap="flat" cmpd="sng" algn="ctr">
                      <a:solidFill>
                        <a:srgbClr val="FFFFFF"/>
                      </a:solidFill>
                      <a:prstDash val="solid"/>
                      <a:round/>
                      <a:headEnd type="none" w="med" len="med"/>
                      <a:tailEnd type="none" w="med" len="med"/>
                    </a:lnB>
                    <a:solidFill>
                      <a:srgbClr val="D0D7E8"/>
                    </a:solidFill>
                  </a:tcPr>
                </a:tc>
                <a:extLst>
                  <a:ext uri="{0D108BD9-81ED-4DB2-BD59-A6C34878D82A}">
                    <a16:rowId xmlns:a16="http://schemas.microsoft.com/office/drawing/2014/main" val="2317402339"/>
                  </a:ext>
                </a:extLst>
              </a:tr>
              <a:tr h="345186">
                <a:tc>
                  <a:txBody>
                    <a:bodyPr/>
                    <a:lstStyle/>
                    <a:p>
                      <a:pPr algn="ctr">
                        <a:lnSpc>
                          <a:spcPct val="100000"/>
                        </a:lnSpc>
                      </a:pPr>
                      <a:r>
                        <a:rPr lang="en-US" sz="2100" dirty="0">
                          <a:latin typeface="Times New Roman"/>
                          <a:cs typeface="Times New Roman"/>
                        </a:rPr>
                        <a:t>8</a:t>
                      </a:r>
                      <a:endParaRPr sz="2100" dirty="0">
                        <a:latin typeface="Times New Roman"/>
                        <a:cs typeface="Times New Roman"/>
                      </a:endParaRPr>
                    </a:p>
                  </a:txBody>
                  <a:tcPr marL="0" marR="0" marT="0" marB="0">
                    <a:lnL w="12700">
                      <a:solidFill>
                        <a:srgbClr val="FFFFFF"/>
                      </a:solidFill>
                      <a:prstDash val="solid"/>
                    </a:lnL>
                    <a:lnR w="12700" cap="flat" cmpd="sng" algn="ctr">
                      <a:solidFill>
                        <a:srgbClr val="FFFFFF"/>
                      </a:solidFill>
                      <a:prstDash val="solid"/>
                      <a:round/>
                      <a:headEnd type="none" w="med" len="med"/>
                      <a:tailEnd type="none" w="med" len="med"/>
                    </a:lnR>
                    <a:lnT w="38100">
                      <a:solidFill>
                        <a:srgbClr val="FFFFFF"/>
                      </a:solidFill>
                      <a:prstDash val="solid"/>
                    </a:lnT>
                    <a:lnB w="38100" cap="flat" cmpd="sng" algn="ctr">
                      <a:solidFill>
                        <a:srgbClr val="FFFFFF"/>
                      </a:solidFill>
                      <a:prstDash val="solid"/>
                      <a:round/>
                      <a:headEnd type="none" w="med" len="med"/>
                      <a:tailEnd type="none" w="med" len="med"/>
                    </a:lnB>
                    <a:solidFill>
                      <a:srgbClr val="D0D7E8"/>
                    </a:solidFill>
                  </a:tcPr>
                </a:tc>
                <a:tc>
                  <a:txBody>
                    <a:bodyPr/>
                    <a:lstStyle/>
                    <a:p>
                      <a:pPr>
                        <a:lnSpc>
                          <a:spcPct val="100000"/>
                        </a:lnSpc>
                      </a:pPr>
                      <a:r>
                        <a:rPr lang="en-US" sz="2400" dirty="0">
                          <a:solidFill>
                            <a:schemeClr val="tx1"/>
                          </a:solidFill>
                          <a:effectLst/>
                          <a:latin typeface="+mn-lt"/>
                          <a:ea typeface="+mn-ea"/>
                          <a:cs typeface="+mn-cs"/>
                        </a:rPr>
                        <a:t> Registration Confirmation Email</a:t>
                      </a:r>
                      <a:endParaRPr sz="2100" dirty="0">
                        <a:latin typeface="Times New Roman"/>
                        <a:cs typeface="Times New Roman"/>
                      </a:endParaRPr>
                    </a:p>
                  </a:txBody>
                  <a:tcPr marL="0" marR="0" marT="0" marB="0">
                    <a:lnL w="12700" cap="flat" cmpd="sng" algn="ctr">
                      <a:solidFill>
                        <a:srgbClr val="FFFFFF"/>
                      </a:solidFill>
                      <a:prstDash val="solid"/>
                      <a:round/>
                      <a:headEnd type="none" w="med" len="med"/>
                      <a:tailEnd type="none" w="med" len="med"/>
                    </a:lnL>
                    <a:lnR w="12700">
                      <a:solidFill>
                        <a:srgbClr val="FFFFFF"/>
                      </a:solidFill>
                      <a:prstDash val="solid"/>
                    </a:lnR>
                    <a:lnT w="38100">
                      <a:solidFill>
                        <a:srgbClr val="FFFFFF"/>
                      </a:solidFill>
                      <a:prstDash val="solid"/>
                    </a:lnT>
                    <a:lnB w="38100" cap="flat" cmpd="sng" algn="ctr">
                      <a:solidFill>
                        <a:srgbClr val="FFFFFF"/>
                      </a:solidFill>
                      <a:prstDash val="solid"/>
                      <a:round/>
                      <a:headEnd type="none" w="med" len="med"/>
                      <a:tailEnd type="none" w="med" len="med"/>
                    </a:lnB>
                    <a:solidFill>
                      <a:srgbClr val="D0D7E8"/>
                    </a:solidFill>
                  </a:tcPr>
                </a:tc>
                <a:extLst>
                  <a:ext uri="{0D108BD9-81ED-4DB2-BD59-A6C34878D82A}">
                    <a16:rowId xmlns:a16="http://schemas.microsoft.com/office/drawing/2014/main" val="404292798"/>
                  </a:ext>
                </a:extLst>
              </a:tr>
              <a:tr h="345186">
                <a:tc>
                  <a:txBody>
                    <a:bodyPr/>
                    <a:lstStyle/>
                    <a:p>
                      <a:pPr algn="ctr">
                        <a:lnSpc>
                          <a:spcPct val="100000"/>
                        </a:lnSpc>
                      </a:pPr>
                      <a:r>
                        <a:rPr lang="en-US" sz="2100" dirty="0">
                          <a:latin typeface="Times New Roman"/>
                          <a:cs typeface="Times New Roman"/>
                        </a:rPr>
                        <a:t>9</a:t>
                      </a:r>
                      <a:endParaRPr sz="2100" dirty="0">
                        <a:latin typeface="Times New Roman"/>
                        <a:cs typeface="Times New Roman"/>
                      </a:endParaRPr>
                    </a:p>
                  </a:txBody>
                  <a:tcPr marL="0" marR="0" marT="0" marB="0">
                    <a:lnL w="12700">
                      <a:solidFill>
                        <a:srgbClr val="FFFFFF"/>
                      </a:solidFill>
                      <a:prstDash val="solid"/>
                    </a:lnL>
                    <a:lnR w="12700" cap="flat" cmpd="sng" algn="ctr">
                      <a:solidFill>
                        <a:srgbClr val="FFFFFF"/>
                      </a:solidFill>
                      <a:prstDash val="solid"/>
                      <a:round/>
                      <a:headEnd type="none" w="med" len="med"/>
                      <a:tailEnd type="none" w="med" len="med"/>
                    </a:lnR>
                    <a:lnT w="38100">
                      <a:solidFill>
                        <a:srgbClr val="FFFFFF"/>
                      </a:solidFill>
                      <a:prstDash val="solid"/>
                    </a:lnT>
                    <a:lnB w="38100" cap="flat" cmpd="sng" algn="ctr">
                      <a:solidFill>
                        <a:srgbClr val="FFFFFF"/>
                      </a:solidFill>
                      <a:prstDash val="solid"/>
                      <a:round/>
                      <a:headEnd type="none" w="med" len="med"/>
                      <a:tailEnd type="none" w="med" len="med"/>
                    </a:lnB>
                    <a:solidFill>
                      <a:srgbClr val="D0D7E8"/>
                    </a:solidFill>
                  </a:tcPr>
                </a:tc>
                <a:tc>
                  <a:txBody>
                    <a:bodyPr/>
                    <a:lstStyle/>
                    <a:p>
                      <a:pPr>
                        <a:lnSpc>
                          <a:spcPct val="100000"/>
                        </a:lnSpc>
                      </a:pPr>
                      <a:r>
                        <a:rPr lang="en-US" sz="2400" dirty="0">
                          <a:solidFill>
                            <a:schemeClr val="tx1"/>
                          </a:solidFill>
                          <a:effectLst/>
                          <a:latin typeface="+mn-lt"/>
                          <a:ea typeface="+mn-ea"/>
                          <a:cs typeface="+mn-cs"/>
                        </a:rPr>
                        <a:t> Login Page</a:t>
                      </a:r>
                      <a:endParaRPr sz="2100" dirty="0">
                        <a:latin typeface="Times New Roman"/>
                        <a:cs typeface="Times New Roman"/>
                      </a:endParaRPr>
                    </a:p>
                  </a:txBody>
                  <a:tcPr marL="0" marR="0" marT="0" marB="0">
                    <a:lnL w="12700" cap="flat" cmpd="sng" algn="ctr">
                      <a:solidFill>
                        <a:srgbClr val="FFFFFF"/>
                      </a:solidFill>
                      <a:prstDash val="solid"/>
                      <a:round/>
                      <a:headEnd type="none" w="med" len="med"/>
                      <a:tailEnd type="none" w="med" len="med"/>
                    </a:lnL>
                    <a:lnR w="12700">
                      <a:solidFill>
                        <a:srgbClr val="FFFFFF"/>
                      </a:solidFill>
                      <a:prstDash val="solid"/>
                    </a:lnR>
                    <a:lnT w="38100">
                      <a:solidFill>
                        <a:srgbClr val="FFFFFF"/>
                      </a:solidFill>
                      <a:prstDash val="solid"/>
                    </a:lnT>
                    <a:lnB w="38100" cap="flat" cmpd="sng" algn="ctr">
                      <a:solidFill>
                        <a:srgbClr val="FFFFFF"/>
                      </a:solidFill>
                      <a:prstDash val="solid"/>
                      <a:round/>
                      <a:headEnd type="none" w="med" len="med"/>
                      <a:tailEnd type="none" w="med" len="med"/>
                    </a:lnB>
                    <a:solidFill>
                      <a:srgbClr val="D0D7E8"/>
                    </a:solidFill>
                  </a:tcPr>
                </a:tc>
                <a:extLst>
                  <a:ext uri="{0D108BD9-81ED-4DB2-BD59-A6C34878D82A}">
                    <a16:rowId xmlns:a16="http://schemas.microsoft.com/office/drawing/2014/main" val="1690232238"/>
                  </a:ext>
                </a:extLst>
              </a:tr>
              <a:tr h="345186">
                <a:tc>
                  <a:txBody>
                    <a:bodyPr/>
                    <a:lstStyle/>
                    <a:p>
                      <a:pPr algn="ctr">
                        <a:lnSpc>
                          <a:spcPct val="100000"/>
                        </a:lnSpc>
                      </a:pPr>
                      <a:r>
                        <a:rPr lang="en-US" sz="2100" dirty="0">
                          <a:latin typeface="Times New Roman"/>
                          <a:cs typeface="Times New Roman"/>
                        </a:rPr>
                        <a:t>10</a:t>
                      </a:r>
                      <a:endParaRPr sz="2100" dirty="0">
                        <a:latin typeface="Times New Roman"/>
                        <a:cs typeface="Times New Roman"/>
                      </a:endParaRPr>
                    </a:p>
                  </a:txBody>
                  <a:tcPr marL="0" marR="0" marT="0" marB="0">
                    <a:lnL w="12700">
                      <a:solidFill>
                        <a:srgbClr val="FFFFFF"/>
                      </a:solidFill>
                      <a:prstDash val="solid"/>
                    </a:lnL>
                    <a:lnR w="12700" cap="flat" cmpd="sng" algn="ctr">
                      <a:solidFill>
                        <a:srgbClr val="FFFFFF"/>
                      </a:solidFill>
                      <a:prstDash val="solid"/>
                      <a:round/>
                      <a:headEnd type="none" w="med" len="med"/>
                      <a:tailEnd type="none" w="med" len="med"/>
                    </a:lnR>
                    <a:lnT w="38100">
                      <a:solidFill>
                        <a:srgbClr val="FFFFFF"/>
                      </a:solidFill>
                      <a:prstDash val="solid"/>
                    </a:lnT>
                    <a:lnB w="38100" cap="flat" cmpd="sng" algn="ctr">
                      <a:solidFill>
                        <a:srgbClr val="FFFFFF"/>
                      </a:solidFill>
                      <a:prstDash val="solid"/>
                      <a:round/>
                      <a:headEnd type="none" w="med" len="med"/>
                      <a:tailEnd type="none" w="med" len="med"/>
                    </a:lnB>
                    <a:solidFill>
                      <a:srgbClr val="D0D7E8"/>
                    </a:solidFill>
                  </a:tcPr>
                </a:tc>
                <a:tc>
                  <a:txBody>
                    <a:bodyPr/>
                    <a:lstStyle/>
                    <a:p>
                      <a:pPr>
                        <a:lnSpc>
                          <a:spcPct val="100000"/>
                        </a:lnSpc>
                      </a:pPr>
                      <a:r>
                        <a:rPr lang="en-US" sz="2400" dirty="0">
                          <a:solidFill>
                            <a:schemeClr val="tx1"/>
                          </a:solidFill>
                          <a:effectLst/>
                          <a:latin typeface="+mn-lt"/>
                          <a:ea typeface="+mn-ea"/>
                          <a:cs typeface="+mn-cs"/>
                        </a:rPr>
                        <a:t> Forget Password Page</a:t>
                      </a:r>
                      <a:endParaRPr sz="2100" dirty="0">
                        <a:latin typeface="Times New Roman"/>
                        <a:cs typeface="Times New Roman"/>
                      </a:endParaRPr>
                    </a:p>
                  </a:txBody>
                  <a:tcPr marL="0" marR="0" marT="0" marB="0">
                    <a:lnL w="12700" cap="flat" cmpd="sng" algn="ctr">
                      <a:solidFill>
                        <a:srgbClr val="FFFFFF"/>
                      </a:solidFill>
                      <a:prstDash val="solid"/>
                      <a:round/>
                      <a:headEnd type="none" w="med" len="med"/>
                      <a:tailEnd type="none" w="med" len="med"/>
                    </a:lnL>
                    <a:lnR w="12700">
                      <a:solidFill>
                        <a:srgbClr val="FFFFFF"/>
                      </a:solidFill>
                      <a:prstDash val="solid"/>
                    </a:lnR>
                    <a:lnT w="38100">
                      <a:solidFill>
                        <a:srgbClr val="FFFFFF"/>
                      </a:solidFill>
                      <a:prstDash val="solid"/>
                    </a:lnT>
                    <a:lnB w="38100" cap="flat" cmpd="sng" algn="ctr">
                      <a:solidFill>
                        <a:srgbClr val="FFFFFF"/>
                      </a:solidFill>
                      <a:prstDash val="solid"/>
                      <a:round/>
                      <a:headEnd type="none" w="med" len="med"/>
                      <a:tailEnd type="none" w="med" len="med"/>
                    </a:lnB>
                    <a:solidFill>
                      <a:srgbClr val="D0D7E8"/>
                    </a:solidFill>
                  </a:tcPr>
                </a:tc>
                <a:extLst>
                  <a:ext uri="{0D108BD9-81ED-4DB2-BD59-A6C34878D82A}">
                    <a16:rowId xmlns:a16="http://schemas.microsoft.com/office/drawing/2014/main" val="2821703999"/>
                  </a:ext>
                </a:extLst>
              </a:tr>
              <a:tr h="345186">
                <a:tc>
                  <a:txBody>
                    <a:bodyPr/>
                    <a:lstStyle/>
                    <a:p>
                      <a:pPr algn="ctr">
                        <a:lnSpc>
                          <a:spcPct val="100000"/>
                        </a:lnSpc>
                      </a:pPr>
                      <a:r>
                        <a:rPr lang="en-US" sz="2100" dirty="0">
                          <a:latin typeface="Times New Roman"/>
                          <a:cs typeface="Times New Roman"/>
                        </a:rPr>
                        <a:t>11</a:t>
                      </a:r>
                      <a:endParaRPr sz="2100" dirty="0">
                        <a:latin typeface="Times New Roman"/>
                        <a:cs typeface="Times New Roman"/>
                      </a:endParaRPr>
                    </a:p>
                  </a:txBody>
                  <a:tcPr marL="0" marR="0" marT="0" marB="0">
                    <a:lnL w="12700">
                      <a:solidFill>
                        <a:srgbClr val="FFFFFF"/>
                      </a:solidFill>
                      <a:prstDash val="solid"/>
                    </a:lnL>
                    <a:lnR w="12700" cap="flat" cmpd="sng" algn="ctr">
                      <a:solidFill>
                        <a:srgbClr val="FFFFFF"/>
                      </a:solidFill>
                      <a:prstDash val="solid"/>
                      <a:round/>
                      <a:headEnd type="none" w="med" len="med"/>
                      <a:tailEnd type="none" w="med" len="med"/>
                    </a:lnR>
                    <a:lnT w="38100">
                      <a:solidFill>
                        <a:srgbClr val="FFFFFF"/>
                      </a:solidFill>
                      <a:prstDash val="solid"/>
                    </a:lnT>
                    <a:lnB w="38100" cap="flat" cmpd="sng" algn="ctr">
                      <a:solidFill>
                        <a:srgbClr val="FFFFFF"/>
                      </a:solidFill>
                      <a:prstDash val="solid"/>
                      <a:round/>
                      <a:headEnd type="none" w="med" len="med"/>
                      <a:tailEnd type="none" w="med" len="med"/>
                    </a:lnB>
                    <a:solidFill>
                      <a:srgbClr val="D0D7E8"/>
                    </a:solidFill>
                  </a:tcPr>
                </a:tc>
                <a:tc>
                  <a:txBody>
                    <a:bodyPr/>
                    <a:lstStyle/>
                    <a:p>
                      <a:pPr>
                        <a:lnSpc>
                          <a:spcPct val="100000"/>
                        </a:lnSpc>
                      </a:pPr>
                      <a:r>
                        <a:rPr lang="en-US" sz="2400" dirty="0">
                          <a:solidFill>
                            <a:schemeClr val="tx1"/>
                          </a:solidFill>
                          <a:effectLst/>
                          <a:latin typeface="+mn-lt"/>
                          <a:ea typeface="+mn-ea"/>
                          <a:cs typeface="+mn-cs"/>
                        </a:rPr>
                        <a:t> Design the Forget Password Confirmation Page</a:t>
                      </a:r>
                      <a:endParaRPr sz="2100" dirty="0">
                        <a:latin typeface="Times New Roman"/>
                        <a:cs typeface="Times New Roman"/>
                      </a:endParaRPr>
                    </a:p>
                  </a:txBody>
                  <a:tcPr marL="0" marR="0" marT="0" marB="0">
                    <a:lnL w="12700" cap="flat" cmpd="sng" algn="ctr">
                      <a:solidFill>
                        <a:srgbClr val="FFFFFF"/>
                      </a:solidFill>
                      <a:prstDash val="solid"/>
                      <a:round/>
                      <a:headEnd type="none" w="med" len="med"/>
                      <a:tailEnd type="none" w="med" len="med"/>
                    </a:lnL>
                    <a:lnR w="12700">
                      <a:solidFill>
                        <a:srgbClr val="FFFFFF"/>
                      </a:solidFill>
                      <a:prstDash val="solid"/>
                    </a:lnR>
                    <a:lnT w="38100">
                      <a:solidFill>
                        <a:srgbClr val="FFFFFF"/>
                      </a:solidFill>
                      <a:prstDash val="solid"/>
                    </a:lnT>
                    <a:lnB w="38100" cap="flat" cmpd="sng" algn="ctr">
                      <a:solidFill>
                        <a:srgbClr val="FFFFFF"/>
                      </a:solidFill>
                      <a:prstDash val="solid"/>
                      <a:round/>
                      <a:headEnd type="none" w="med" len="med"/>
                      <a:tailEnd type="none" w="med" len="med"/>
                    </a:lnB>
                    <a:solidFill>
                      <a:srgbClr val="D0D7E8"/>
                    </a:solidFill>
                  </a:tcPr>
                </a:tc>
                <a:extLst>
                  <a:ext uri="{0D108BD9-81ED-4DB2-BD59-A6C34878D82A}">
                    <a16:rowId xmlns:a16="http://schemas.microsoft.com/office/drawing/2014/main" val="410042675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3792" y="429005"/>
            <a:ext cx="4076065" cy="452120"/>
          </a:xfrm>
          <a:prstGeom prst="rect">
            <a:avLst/>
          </a:prstGeom>
        </p:spPr>
        <p:txBody>
          <a:bodyPr vert="horz" wrap="square" lIns="0" tIns="12065" rIns="0" bIns="0" rtlCol="0">
            <a:spAutoFit/>
          </a:bodyPr>
          <a:lstStyle/>
          <a:p>
            <a:pPr marL="12700">
              <a:lnSpc>
                <a:spcPct val="100000"/>
              </a:lnSpc>
              <a:spcBef>
                <a:spcPts val="95"/>
              </a:spcBef>
            </a:pPr>
            <a:r>
              <a:rPr spc="-5" dirty="0"/>
              <a:t>4. Forms &amp; Pages</a:t>
            </a:r>
            <a:r>
              <a:rPr spc="-10" dirty="0"/>
              <a:t> </a:t>
            </a:r>
            <a:r>
              <a:rPr spc="-5" dirty="0"/>
              <a:t>Design</a:t>
            </a:r>
          </a:p>
        </p:txBody>
      </p:sp>
      <p:sp>
        <p:nvSpPr>
          <p:cNvPr id="3" name="object 3"/>
          <p:cNvSpPr/>
          <p:nvPr/>
        </p:nvSpPr>
        <p:spPr>
          <a:xfrm>
            <a:off x="60960" y="1171955"/>
            <a:ext cx="8945880" cy="5635752"/>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108204" y="1196338"/>
            <a:ext cx="8856345" cy="5546090"/>
          </a:xfrm>
          <a:custGeom>
            <a:avLst/>
            <a:gdLst/>
            <a:ahLst/>
            <a:cxnLst/>
            <a:rect l="l" t="t" r="r" b="b"/>
            <a:pathLst>
              <a:path w="8856345" h="5546090">
                <a:moveTo>
                  <a:pt x="0" y="5545836"/>
                </a:moveTo>
                <a:lnTo>
                  <a:pt x="8855964" y="5545836"/>
                </a:lnTo>
                <a:lnTo>
                  <a:pt x="8855964" y="0"/>
                </a:lnTo>
                <a:lnTo>
                  <a:pt x="0" y="0"/>
                </a:lnTo>
                <a:lnTo>
                  <a:pt x="0" y="5545836"/>
                </a:lnTo>
                <a:close/>
              </a:path>
            </a:pathLst>
          </a:custGeom>
          <a:ln w="9144">
            <a:solidFill>
              <a:srgbClr val="000000"/>
            </a:solidFill>
          </a:ln>
        </p:spPr>
        <p:txBody>
          <a:bodyPr wrap="square" lIns="0" tIns="0" rIns="0" bIns="0" rtlCol="0"/>
          <a:lstStyle/>
          <a:p>
            <a:endParaRPr/>
          </a:p>
        </p:txBody>
      </p:sp>
      <p:sp>
        <p:nvSpPr>
          <p:cNvPr id="8" name="TextBox 7">
            <a:extLst>
              <a:ext uri="{FF2B5EF4-FFF2-40B4-BE49-F238E27FC236}">
                <a16:creationId xmlns:a16="http://schemas.microsoft.com/office/drawing/2014/main" id="{9FBC1CC6-227A-4CE0-9446-F2086A89465E}"/>
              </a:ext>
            </a:extLst>
          </p:cNvPr>
          <p:cNvSpPr txBox="1"/>
          <p:nvPr/>
        </p:nvSpPr>
        <p:spPr>
          <a:xfrm>
            <a:off x="1066800" y="1541406"/>
            <a:ext cx="1676400" cy="369332"/>
          </a:xfrm>
          <a:prstGeom prst="rect">
            <a:avLst/>
          </a:prstGeom>
          <a:noFill/>
        </p:spPr>
        <p:txBody>
          <a:bodyPr wrap="square" rtlCol="0">
            <a:spAutoFit/>
          </a:bodyPr>
          <a:lstStyle/>
          <a:p>
            <a:r>
              <a:rPr lang="en-US" dirty="0"/>
              <a:t>Homepage</a:t>
            </a:r>
          </a:p>
        </p:txBody>
      </p:sp>
      <p:sp>
        <p:nvSpPr>
          <p:cNvPr id="11" name="TextBox 10">
            <a:extLst>
              <a:ext uri="{FF2B5EF4-FFF2-40B4-BE49-F238E27FC236}">
                <a16:creationId xmlns:a16="http://schemas.microsoft.com/office/drawing/2014/main" id="{E44ADEA3-27E9-4FBD-832E-716C5A339EB3}"/>
              </a:ext>
            </a:extLst>
          </p:cNvPr>
          <p:cNvSpPr txBox="1"/>
          <p:nvPr/>
        </p:nvSpPr>
        <p:spPr>
          <a:xfrm>
            <a:off x="6172200" y="3096905"/>
            <a:ext cx="1866629" cy="369332"/>
          </a:xfrm>
          <a:prstGeom prst="rect">
            <a:avLst/>
          </a:prstGeom>
          <a:noFill/>
        </p:spPr>
        <p:txBody>
          <a:bodyPr wrap="square" rtlCol="0">
            <a:spAutoFit/>
          </a:bodyPr>
          <a:lstStyle/>
          <a:p>
            <a:r>
              <a:rPr lang="en-US" dirty="0"/>
              <a:t>Registration Page</a:t>
            </a:r>
          </a:p>
        </p:txBody>
      </p:sp>
      <p:pic>
        <p:nvPicPr>
          <p:cNvPr id="6" name="Picture 5">
            <a:extLst>
              <a:ext uri="{FF2B5EF4-FFF2-40B4-BE49-F238E27FC236}">
                <a16:creationId xmlns:a16="http://schemas.microsoft.com/office/drawing/2014/main" id="{B555FE73-ACFF-21C1-9E60-565277C94AF1}"/>
              </a:ext>
            </a:extLst>
          </p:cNvPr>
          <p:cNvPicPr>
            <a:picLocks noChangeAspect="1"/>
          </p:cNvPicPr>
          <p:nvPr/>
        </p:nvPicPr>
        <p:blipFill>
          <a:blip r:embed="rId3"/>
          <a:stretch>
            <a:fillRect/>
          </a:stretch>
        </p:blipFill>
        <p:spPr>
          <a:xfrm>
            <a:off x="246597" y="1991257"/>
            <a:ext cx="4249203" cy="2250534"/>
          </a:xfrm>
          <a:prstGeom prst="rect">
            <a:avLst/>
          </a:prstGeom>
        </p:spPr>
      </p:pic>
      <p:pic>
        <p:nvPicPr>
          <p:cNvPr id="12" name="Picture 11">
            <a:extLst>
              <a:ext uri="{FF2B5EF4-FFF2-40B4-BE49-F238E27FC236}">
                <a16:creationId xmlns:a16="http://schemas.microsoft.com/office/drawing/2014/main" id="{50BD6876-8664-284E-4B6E-3224900C55DE}"/>
              </a:ext>
            </a:extLst>
          </p:cNvPr>
          <p:cNvPicPr>
            <a:picLocks noChangeAspect="1"/>
          </p:cNvPicPr>
          <p:nvPr/>
        </p:nvPicPr>
        <p:blipFill>
          <a:blip r:embed="rId4"/>
          <a:stretch>
            <a:fillRect/>
          </a:stretch>
        </p:blipFill>
        <p:spPr>
          <a:xfrm>
            <a:off x="5257800" y="3807865"/>
            <a:ext cx="3543549" cy="259293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3792" y="429005"/>
            <a:ext cx="4076065" cy="452120"/>
          </a:xfrm>
          <a:prstGeom prst="rect">
            <a:avLst/>
          </a:prstGeom>
        </p:spPr>
        <p:txBody>
          <a:bodyPr vert="horz" wrap="square" lIns="0" tIns="12065" rIns="0" bIns="0" rtlCol="0">
            <a:spAutoFit/>
          </a:bodyPr>
          <a:lstStyle/>
          <a:p>
            <a:pPr marL="12700">
              <a:lnSpc>
                <a:spcPct val="100000"/>
              </a:lnSpc>
              <a:spcBef>
                <a:spcPts val="95"/>
              </a:spcBef>
            </a:pPr>
            <a:r>
              <a:rPr spc="-5" dirty="0"/>
              <a:t>4. Forms &amp; Pages</a:t>
            </a:r>
            <a:r>
              <a:rPr spc="-10" dirty="0"/>
              <a:t> </a:t>
            </a:r>
            <a:r>
              <a:rPr spc="-5" dirty="0"/>
              <a:t>Design</a:t>
            </a:r>
          </a:p>
        </p:txBody>
      </p:sp>
      <p:sp>
        <p:nvSpPr>
          <p:cNvPr id="3" name="object 3"/>
          <p:cNvSpPr/>
          <p:nvPr/>
        </p:nvSpPr>
        <p:spPr>
          <a:xfrm>
            <a:off x="42909" y="1176363"/>
            <a:ext cx="8945880" cy="5635752"/>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108204" y="1196338"/>
            <a:ext cx="8856345" cy="5546090"/>
          </a:xfrm>
          <a:custGeom>
            <a:avLst/>
            <a:gdLst/>
            <a:ahLst/>
            <a:cxnLst/>
            <a:rect l="l" t="t" r="r" b="b"/>
            <a:pathLst>
              <a:path w="8856345" h="5546090">
                <a:moveTo>
                  <a:pt x="0" y="5545836"/>
                </a:moveTo>
                <a:lnTo>
                  <a:pt x="8855964" y="5545836"/>
                </a:lnTo>
                <a:lnTo>
                  <a:pt x="8855964" y="0"/>
                </a:lnTo>
                <a:lnTo>
                  <a:pt x="0" y="0"/>
                </a:lnTo>
                <a:lnTo>
                  <a:pt x="0" y="5545836"/>
                </a:lnTo>
                <a:close/>
              </a:path>
            </a:pathLst>
          </a:custGeom>
          <a:ln w="9144">
            <a:solidFill>
              <a:srgbClr val="000000"/>
            </a:solidFill>
          </a:ln>
        </p:spPr>
        <p:txBody>
          <a:bodyPr wrap="square" lIns="0" tIns="0" rIns="0" bIns="0" rtlCol="0"/>
          <a:lstStyle/>
          <a:p>
            <a:endParaRPr/>
          </a:p>
        </p:txBody>
      </p:sp>
      <p:sp>
        <p:nvSpPr>
          <p:cNvPr id="8" name="TextBox 7">
            <a:extLst>
              <a:ext uri="{FF2B5EF4-FFF2-40B4-BE49-F238E27FC236}">
                <a16:creationId xmlns:a16="http://schemas.microsoft.com/office/drawing/2014/main" id="{9FBC1CC6-227A-4CE0-9446-F2086A89465E}"/>
              </a:ext>
            </a:extLst>
          </p:cNvPr>
          <p:cNvSpPr txBox="1"/>
          <p:nvPr/>
        </p:nvSpPr>
        <p:spPr>
          <a:xfrm>
            <a:off x="1919075" y="1299333"/>
            <a:ext cx="1676400" cy="369332"/>
          </a:xfrm>
          <a:prstGeom prst="rect">
            <a:avLst/>
          </a:prstGeom>
          <a:noFill/>
        </p:spPr>
        <p:txBody>
          <a:bodyPr wrap="square" rtlCol="0">
            <a:spAutoFit/>
          </a:bodyPr>
          <a:lstStyle/>
          <a:p>
            <a:r>
              <a:rPr lang="en-US" dirty="0"/>
              <a:t>Login Page</a:t>
            </a:r>
          </a:p>
        </p:txBody>
      </p:sp>
      <p:sp>
        <p:nvSpPr>
          <p:cNvPr id="11" name="TextBox 10">
            <a:extLst>
              <a:ext uri="{FF2B5EF4-FFF2-40B4-BE49-F238E27FC236}">
                <a16:creationId xmlns:a16="http://schemas.microsoft.com/office/drawing/2014/main" id="{E44ADEA3-27E9-4FBD-832E-716C5A339EB3}"/>
              </a:ext>
            </a:extLst>
          </p:cNvPr>
          <p:cNvSpPr txBox="1"/>
          <p:nvPr/>
        </p:nvSpPr>
        <p:spPr>
          <a:xfrm>
            <a:off x="5542040" y="3600051"/>
            <a:ext cx="2325814" cy="369332"/>
          </a:xfrm>
          <a:prstGeom prst="rect">
            <a:avLst/>
          </a:prstGeom>
          <a:noFill/>
        </p:spPr>
        <p:txBody>
          <a:bodyPr wrap="square" rtlCol="0">
            <a:spAutoFit/>
          </a:bodyPr>
          <a:lstStyle/>
          <a:p>
            <a:r>
              <a:rPr lang="en-US" dirty="0"/>
              <a:t>Forgot Password Page</a:t>
            </a:r>
          </a:p>
        </p:txBody>
      </p:sp>
      <p:pic>
        <p:nvPicPr>
          <p:cNvPr id="7" name="Picture 6">
            <a:extLst>
              <a:ext uri="{FF2B5EF4-FFF2-40B4-BE49-F238E27FC236}">
                <a16:creationId xmlns:a16="http://schemas.microsoft.com/office/drawing/2014/main" id="{D2F57648-95DE-3C92-A9FD-A01FF38FD3A1}"/>
              </a:ext>
            </a:extLst>
          </p:cNvPr>
          <p:cNvPicPr>
            <a:picLocks noChangeAspect="1"/>
          </p:cNvPicPr>
          <p:nvPr/>
        </p:nvPicPr>
        <p:blipFill>
          <a:blip r:embed="rId3"/>
          <a:stretch>
            <a:fillRect/>
          </a:stretch>
        </p:blipFill>
        <p:spPr>
          <a:xfrm>
            <a:off x="195948" y="1771660"/>
            <a:ext cx="4086519" cy="2657573"/>
          </a:xfrm>
          <a:prstGeom prst="rect">
            <a:avLst/>
          </a:prstGeom>
        </p:spPr>
      </p:pic>
      <p:pic>
        <p:nvPicPr>
          <p:cNvPr id="10" name="Picture 9">
            <a:extLst>
              <a:ext uri="{FF2B5EF4-FFF2-40B4-BE49-F238E27FC236}">
                <a16:creationId xmlns:a16="http://schemas.microsoft.com/office/drawing/2014/main" id="{27FDAA66-B9DE-7E1D-C224-798848319F0C}"/>
              </a:ext>
            </a:extLst>
          </p:cNvPr>
          <p:cNvPicPr>
            <a:picLocks noChangeAspect="1"/>
          </p:cNvPicPr>
          <p:nvPr/>
        </p:nvPicPr>
        <p:blipFill>
          <a:blip r:embed="rId4"/>
          <a:stretch>
            <a:fillRect/>
          </a:stretch>
        </p:blipFill>
        <p:spPr>
          <a:xfrm>
            <a:off x="4556015" y="4114800"/>
            <a:ext cx="4267200" cy="2388683"/>
          </a:xfrm>
          <a:prstGeom prst="rect">
            <a:avLst/>
          </a:prstGeom>
        </p:spPr>
      </p:pic>
    </p:spTree>
    <p:extLst>
      <p:ext uri="{BB962C8B-B14F-4D97-AF65-F5344CB8AC3E}">
        <p14:creationId xmlns:p14="http://schemas.microsoft.com/office/powerpoint/2010/main" val="9823225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3792" y="429005"/>
            <a:ext cx="4076065" cy="452120"/>
          </a:xfrm>
          <a:prstGeom prst="rect">
            <a:avLst/>
          </a:prstGeom>
        </p:spPr>
        <p:txBody>
          <a:bodyPr vert="horz" wrap="square" lIns="0" tIns="12065" rIns="0" bIns="0" rtlCol="0">
            <a:spAutoFit/>
          </a:bodyPr>
          <a:lstStyle/>
          <a:p>
            <a:pPr marL="12700">
              <a:lnSpc>
                <a:spcPct val="100000"/>
              </a:lnSpc>
              <a:spcBef>
                <a:spcPts val="95"/>
              </a:spcBef>
            </a:pPr>
            <a:r>
              <a:rPr spc="-5" dirty="0"/>
              <a:t>4. Forms &amp; Pages</a:t>
            </a:r>
            <a:r>
              <a:rPr spc="-10" dirty="0"/>
              <a:t> </a:t>
            </a:r>
            <a:r>
              <a:rPr spc="-5" dirty="0"/>
              <a:t>Design</a:t>
            </a:r>
          </a:p>
        </p:txBody>
      </p:sp>
      <p:sp>
        <p:nvSpPr>
          <p:cNvPr id="3" name="object 3"/>
          <p:cNvSpPr/>
          <p:nvPr/>
        </p:nvSpPr>
        <p:spPr>
          <a:xfrm>
            <a:off x="42909" y="1176363"/>
            <a:ext cx="8945880" cy="5635752"/>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108204" y="1196338"/>
            <a:ext cx="8856345" cy="5546090"/>
          </a:xfrm>
          <a:custGeom>
            <a:avLst/>
            <a:gdLst/>
            <a:ahLst/>
            <a:cxnLst/>
            <a:rect l="l" t="t" r="r" b="b"/>
            <a:pathLst>
              <a:path w="8856345" h="5546090">
                <a:moveTo>
                  <a:pt x="0" y="5545836"/>
                </a:moveTo>
                <a:lnTo>
                  <a:pt x="8855964" y="5545836"/>
                </a:lnTo>
                <a:lnTo>
                  <a:pt x="8855964" y="0"/>
                </a:lnTo>
                <a:lnTo>
                  <a:pt x="0" y="0"/>
                </a:lnTo>
                <a:lnTo>
                  <a:pt x="0" y="5545836"/>
                </a:lnTo>
                <a:close/>
              </a:path>
            </a:pathLst>
          </a:custGeom>
          <a:ln w="9144">
            <a:solidFill>
              <a:srgbClr val="000000"/>
            </a:solidFill>
          </a:ln>
        </p:spPr>
        <p:txBody>
          <a:bodyPr wrap="square" lIns="0" tIns="0" rIns="0" bIns="0" rtlCol="0"/>
          <a:lstStyle/>
          <a:p>
            <a:endParaRPr/>
          </a:p>
        </p:txBody>
      </p:sp>
      <p:sp>
        <p:nvSpPr>
          <p:cNvPr id="8" name="TextBox 7">
            <a:extLst>
              <a:ext uri="{FF2B5EF4-FFF2-40B4-BE49-F238E27FC236}">
                <a16:creationId xmlns:a16="http://schemas.microsoft.com/office/drawing/2014/main" id="{9FBC1CC6-227A-4CE0-9446-F2086A89465E}"/>
              </a:ext>
            </a:extLst>
          </p:cNvPr>
          <p:cNvSpPr txBox="1"/>
          <p:nvPr/>
        </p:nvSpPr>
        <p:spPr>
          <a:xfrm>
            <a:off x="1638300" y="1309026"/>
            <a:ext cx="1676400" cy="369332"/>
          </a:xfrm>
          <a:prstGeom prst="rect">
            <a:avLst/>
          </a:prstGeom>
          <a:noFill/>
        </p:spPr>
        <p:txBody>
          <a:bodyPr wrap="square" rtlCol="0">
            <a:spAutoFit/>
          </a:bodyPr>
          <a:lstStyle/>
          <a:p>
            <a:r>
              <a:rPr lang="en-US" dirty="0"/>
              <a:t>Profile Page</a:t>
            </a:r>
          </a:p>
        </p:txBody>
      </p:sp>
      <p:sp>
        <p:nvSpPr>
          <p:cNvPr id="15" name="TextBox 14">
            <a:extLst>
              <a:ext uri="{FF2B5EF4-FFF2-40B4-BE49-F238E27FC236}">
                <a16:creationId xmlns:a16="http://schemas.microsoft.com/office/drawing/2014/main" id="{DEACF1FE-B557-4A33-A5FE-713A718FB9E9}"/>
              </a:ext>
            </a:extLst>
          </p:cNvPr>
          <p:cNvSpPr txBox="1"/>
          <p:nvPr/>
        </p:nvSpPr>
        <p:spPr>
          <a:xfrm>
            <a:off x="5943600" y="1339260"/>
            <a:ext cx="2209800" cy="369332"/>
          </a:xfrm>
          <a:prstGeom prst="rect">
            <a:avLst/>
          </a:prstGeom>
          <a:noFill/>
        </p:spPr>
        <p:txBody>
          <a:bodyPr wrap="square" rtlCol="0">
            <a:spAutoFit/>
          </a:bodyPr>
          <a:lstStyle/>
          <a:p>
            <a:r>
              <a:rPr lang="en-US" dirty="0"/>
              <a:t>Edit Profile Page</a:t>
            </a:r>
          </a:p>
        </p:txBody>
      </p:sp>
      <p:sp>
        <p:nvSpPr>
          <p:cNvPr id="20" name="TextBox 19">
            <a:extLst>
              <a:ext uri="{FF2B5EF4-FFF2-40B4-BE49-F238E27FC236}">
                <a16:creationId xmlns:a16="http://schemas.microsoft.com/office/drawing/2014/main" id="{960C85F7-2B94-4578-B2E0-58F125416F29}"/>
              </a:ext>
            </a:extLst>
          </p:cNvPr>
          <p:cNvSpPr txBox="1"/>
          <p:nvPr/>
        </p:nvSpPr>
        <p:spPr>
          <a:xfrm>
            <a:off x="5989882" y="4008900"/>
            <a:ext cx="2209800" cy="369332"/>
          </a:xfrm>
          <a:prstGeom prst="rect">
            <a:avLst/>
          </a:prstGeom>
          <a:noFill/>
        </p:spPr>
        <p:txBody>
          <a:bodyPr wrap="square" rtlCol="0">
            <a:spAutoFit/>
          </a:bodyPr>
          <a:lstStyle/>
          <a:p>
            <a:r>
              <a:rPr lang="en-US" dirty="0"/>
              <a:t>Search Users Page</a:t>
            </a:r>
          </a:p>
        </p:txBody>
      </p:sp>
      <p:pic>
        <p:nvPicPr>
          <p:cNvPr id="6" name="Picture 5">
            <a:extLst>
              <a:ext uri="{FF2B5EF4-FFF2-40B4-BE49-F238E27FC236}">
                <a16:creationId xmlns:a16="http://schemas.microsoft.com/office/drawing/2014/main" id="{736EB1DD-B16F-C06A-282E-16407587DCF1}"/>
              </a:ext>
            </a:extLst>
          </p:cNvPr>
          <p:cNvPicPr>
            <a:picLocks noChangeAspect="1"/>
          </p:cNvPicPr>
          <p:nvPr/>
        </p:nvPicPr>
        <p:blipFill>
          <a:blip r:embed="rId3"/>
          <a:stretch>
            <a:fillRect/>
          </a:stretch>
        </p:blipFill>
        <p:spPr>
          <a:xfrm>
            <a:off x="288862" y="1678358"/>
            <a:ext cx="4302256" cy="3118198"/>
          </a:xfrm>
          <a:prstGeom prst="rect">
            <a:avLst/>
          </a:prstGeom>
        </p:spPr>
      </p:pic>
      <p:pic>
        <p:nvPicPr>
          <p:cNvPr id="11" name="Picture 10">
            <a:extLst>
              <a:ext uri="{FF2B5EF4-FFF2-40B4-BE49-F238E27FC236}">
                <a16:creationId xmlns:a16="http://schemas.microsoft.com/office/drawing/2014/main" id="{718BD488-60DF-3150-B652-29553FD9758A}"/>
              </a:ext>
            </a:extLst>
          </p:cNvPr>
          <p:cNvPicPr>
            <a:picLocks noChangeAspect="1"/>
          </p:cNvPicPr>
          <p:nvPr/>
        </p:nvPicPr>
        <p:blipFill>
          <a:blip r:embed="rId4"/>
          <a:stretch>
            <a:fillRect/>
          </a:stretch>
        </p:blipFill>
        <p:spPr>
          <a:xfrm>
            <a:off x="5178075" y="1765761"/>
            <a:ext cx="3199517" cy="2113708"/>
          </a:xfrm>
          <a:prstGeom prst="rect">
            <a:avLst/>
          </a:prstGeom>
        </p:spPr>
      </p:pic>
      <p:pic>
        <p:nvPicPr>
          <p:cNvPr id="13" name="Picture 12">
            <a:extLst>
              <a:ext uri="{FF2B5EF4-FFF2-40B4-BE49-F238E27FC236}">
                <a16:creationId xmlns:a16="http://schemas.microsoft.com/office/drawing/2014/main" id="{3429D53D-DF7D-AC4E-1C99-224368BEDD78}"/>
              </a:ext>
            </a:extLst>
          </p:cNvPr>
          <p:cNvPicPr>
            <a:picLocks noChangeAspect="1"/>
          </p:cNvPicPr>
          <p:nvPr/>
        </p:nvPicPr>
        <p:blipFill>
          <a:blip r:embed="rId5"/>
          <a:stretch>
            <a:fillRect/>
          </a:stretch>
        </p:blipFill>
        <p:spPr>
          <a:xfrm>
            <a:off x="4945198" y="4421397"/>
            <a:ext cx="3476769" cy="2025149"/>
          </a:xfrm>
          <a:prstGeom prst="rect">
            <a:avLst/>
          </a:prstGeom>
        </p:spPr>
      </p:pic>
    </p:spTree>
    <p:extLst>
      <p:ext uri="{BB962C8B-B14F-4D97-AF65-F5344CB8AC3E}">
        <p14:creationId xmlns:p14="http://schemas.microsoft.com/office/powerpoint/2010/main" val="22652791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3792" y="429005"/>
            <a:ext cx="2484120" cy="452120"/>
          </a:xfrm>
          <a:prstGeom prst="rect">
            <a:avLst/>
          </a:prstGeom>
        </p:spPr>
        <p:txBody>
          <a:bodyPr vert="horz" wrap="square" lIns="0" tIns="12065" rIns="0" bIns="0" rtlCol="0">
            <a:spAutoFit/>
          </a:bodyPr>
          <a:lstStyle/>
          <a:p>
            <a:pPr marL="12700">
              <a:lnSpc>
                <a:spcPct val="100000"/>
              </a:lnSpc>
              <a:spcBef>
                <a:spcPts val="95"/>
              </a:spcBef>
            </a:pPr>
            <a:r>
              <a:rPr spc="-5" dirty="0"/>
              <a:t>6. </a:t>
            </a:r>
            <a:r>
              <a:rPr spc="-10" dirty="0"/>
              <a:t>HTML</a:t>
            </a:r>
            <a:r>
              <a:rPr spc="-125" dirty="0"/>
              <a:t> </a:t>
            </a:r>
            <a:r>
              <a:rPr spc="-5" dirty="0"/>
              <a:t>Pages</a:t>
            </a:r>
          </a:p>
        </p:txBody>
      </p:sp>
      <p:sp>
        <p:nvSpPr>
          <p:cNvPr id="3" name="object 3"/>
          <p:cNvSpPr/>
          <p:nvPr/>
        </p:nvSpPr>
        <p:spPr>
          <a:xfrm>
            <a:off x="60960" y="1171955"/>
            <a:ext cx="8945880" cy="5635752"/>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15240" y="1147546"/>
            <a:ext cx="3168396" cy="614197"/>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108204" y="1196338"/>
            <a:ext cx="8856345" cy="5546090"/>
          </a:xfrm>
          <a:custGeom>
            <a:avLst/>
            <a:gdLst/>
            <a:ahLst/>
            <a:cxnLst/>
            <a:rect l="l" t="t" r="r" b="b"/>
            <a:pathLst>
              <a:path w="8856345" h="5546090">
                <a:moveTo>
                  <a:pt x="0" y="5545836"/>
                </a:moveTo>
                <a:lnTo>
                  <a:pt x="8855964" y="5545836"/>
                </a:lnTo>
                <a:lnTo>
                  <a:pt x="8855964" y="0"/>
                </a:lnTo>
                <a:lnTo>
                  <a:pt x="0" y="0"/>
                </a:lnTo>
                <a:lnTo>
                  <a:pt x="0" y="5545836"/>
                </a:lnTo>
                <a:close/>
              </a:path>
            </a:pathLst>
          </a:custGeom>
          <a:solidFill>
            <a:srgbClr val="F1F1F1"/>
          </a:solidFill>
        </p:spPr>
        <p:txBody>
          <a:bodyPr wrap="square" lIns="0" tIns="0" rIns="0" bIns="0" rtlCol="0"/>
          <a:lstStyle/>
          <a:p>
            <a:endParaRPr/>
          </a:p>
        </p:txBody>
      </p:sp>
      <p:sp>
        <p:nvSpPr>
          <p:cNvPr id="6" name="object 6"/>
          <p:cNvSpPr/>
          <p:nvPr/>
        </p:nvSpPr>
        <p:spPr>
          <a:xfrm>
            <a:off x="108204" y="1196338"/>
            <a:ext cx="8856345" cy="5546090"/>
          </a:xfrm>
          <a:custGeom>
            <a:avLst/>
            <a:gdLst/>
            <a:ahLst/>
            <a:cxnLst/>
            <a:rect l="l" t="t" r="r" b="b"/>
            <a:pathLst>
              <a:path w="8856345" h="5546090">
                <a:moveTo>
                  <a:pt x="0" y="5545836"/>
                </a:moveTo>
                <a:lnTo>
                  <a:pt x="8855964" y="5545836"/>
                </a:lnTo>
                <a:lnTo>
                  <a:pt x="8855964" y="0"/>
                </a:lnTo>
                <a:lnTo>
                  <a:pt x="0" y="0"/>
                </a:lnTo>
                <a:lnTo>
                  <a:pt x="0" y="5545836"/>
                </a:lnTo>
                <a:close/>
              </a:path>
            </a:pathLst>
          </a:custGeom>
          <a:ln w="9144">
            <a:solidFill>
              <a:srgbClr val="000000"/>
            </a:solidFill>
          </a:ln>
        </p:spPr>
        <p:txBody>
          <a:bodyPr wrap="square" lIns="0" tIns="0" rIns="0" bIns="0" rtlCol="0"/>
          <a:lstStyle/>
          <a:p>
            <a:endParaRPr/>
          </a:p>
        </p:txBody>
      </p:sp>
      <p:sp>
        <p:nvSpPr>
          <p:cNvPr id="7" name="object 7"/>
          <p:cNvSpPr txBox="1"/>
          <p:nvPr/>
        </p:nvSpPr>
        <p:spPr>
          <a:xfrm>
            <a:off x="186639" y="1213484"/>
            <a:ext cx="2818765" cy="330835"/>
          </a:xfrm>
          <a:prstGeom prst="rect">
            <a:avLst/>
          </a:prstGeom>
        </p:spPr>
        <p:txBody>
          <a:bodyPr vert="horz" wrap="square" lIns="0" tIns="13335" rIns="0" bIns="0" rtlCol="0">
            <a:spAutoFit/>
          </a:bodyPr>
          <a:lstStyle/>
          <a:p>
            <a:pPr marL="299085" indent="-286385">
              <a:lnSpc>
                <a:spcPct val="100000"/>
              </a:lnSpc>
              <a:spcBef>
                <a:spcPts val="105"/>
              </a:spcBef>
              <a:buFont typeface="Wingdings"/>
              <a:buChar char=""/>
              <a:tabLst>
                <a:tab pos="299720" algn="l"/>
              </a:tabLst>
            </a:pPr>
            <a:r>
              <a:rPr sz="2000" b="1" spc="-5" dirty="0">
                <a:latin typeface="Calibri"/>
                <a:cs typeface="Calibri"/>
              </a:rPr>
              <a:t>Screen </a:t>
            </a:r>
            <a:r>
              <a:rPr sz="2000" b="1" spc="-10" dirty="0">
                <a:latin typeface="Calibri"/>
                <a:cs typeface="Calibri"/>
              </a:rPr>
              <a:t>capture </a:t>
            </a:r>
            <a:r>
              <a:rPr sz="2000" b="1" dirty="0">
                <a:latin typeface="Calibri"/>
                <a:cs typeface="Calibri"/>
              </a:rPr>
              <a:t>of</a:t>
            </a:r>
            <a:r>
              <a:rPr sz="2000" b="1" spc="-50" dirty="0">
                <a:latin typeface="Calibri"/>
                <a:cs typeface="Calibri"/>
              </a:rPr>
              <a:t> </a:t>
            </a:r>
            <a:r>
              <a:rPr sz="2000" b="1" spc="-15" dirty="0">
                <a:latin typeface="Calibri"/>
                <a:cs typeface="Calibri"/>
              </a:rPr>
              <a:t>Pages</a:t>
            </a:r>
            <a:endParaRPr sz="2000">
              <a:latin typeface="Calibri"/>
              <a:cs typeface="Calibri"/>
            </a:endParaRPr>
          </a:p>
        </p:txBody>
      </p:sp>
      <p:sp>
        <p:nvSpPr>
          <p:cNvPr id="8" name="TextBox 7">
            <a:extLst>
              <a:ext uri="{FF2B5EF4-FFF2-40B4-BE49-F238E27FC236}">
                <a16:creationId xmlns:a16="http://schemas.microsoft.com/office/drawing/2014/main" id="{7C402F3A-4E55-4CAB-8F84-0C7E25FF787A}"/>
              </a:ext>
            </a:extLst>
          </p:cNvPr>
          <p:cNvSpPr txBox="1"/>
          <p:nvPr/>
        </p:nvSpPr>
        <p:spPr>
          <a:xfrm>
            <a:off x="1534086" y="1586295"/>
            <a:ext cx="1219200" cy="369332"/>
          </a:xfrm>
          <a:prstGeom prst="rect">
            <a:avLst/>
          </a:prstGeom>
          <a:noFill/>
        </p:spPr>
        <p:txBody>
          <a:bodyPr wrap="square" rtlCol="0">
            <a:spAutoFit/>
          </a:bodyPr>
          <a:lstStyle/>
          <a:p>
            <a:r>
              <a:rPr lang="en-US" dirty="0"/>
              <a:t>Homepage</a:t>
            </a:r>
          </a:p>
        </p:txBody>
      </p:sp>
      <p:sp>
        <p:nvSpPr>
          <p:cNvPr id="15" name="TextBox 14">
            <a:extLst>
              <a:ext uri="{FF2B5EF4-FFF2-40B4-BE49-F238E27FC236}">
                <a16:creationId xmlns:a16="http://schemas.microsoft.com/office/drawing/2014/main" id="{4E902144-8EF3-4558-B36E-1D45716CB17C}"/>
              </a:ext>
            </a:extLst>
          </p:cNvPr>
          <p:cNvSpPr txBox="1"/>
          <p:nvPr/>
        </p:nvSpPr>
        <p:spPr>
          <a:xfrm>
            <a:off x="3807088" y="1196338"/>
            <a:ext cx="1905000" cy="369332"/>
          </a:xfrm>
          <a:prstGeom prst="rect">
            <a:avLst/>
          </a:prstGeom>
          <a:noFill/>
        </p:spPr>
        <p:txBody>
          <a:bodyPr wrap="square" rtlCol="0">
            <a:spAutoFit/>
          </a:bodyPr>
          <a:lstStyle/>
          <a:p>
            <a:r>
              <a:rPr lang="en-US" dirty="0"/>
              <a:t>Registration Page</a:t>
            </a:r>
          </a:p>
        </p:txBody>
      </p:sp>
      <p:sp>
        <p:nvSpPr>
          <p:cNvPr id="16" name="TextBox 15">
            <a:extLst>
              <a:ext uri="{FF2B5EF4-FFF2-40B4-BE49-F238E27FC236}">
                <a16:creationId xmlns:a16="http://schemas.microsoft.com/office/drawing/2014/main" id="{CA44B3B0-6305-4168-BC59-5C2B5889B6AF}"/>
              </a:ext>
            </a:extLst>
          </p:cNvPr>
          <p:cNvSpPr txBox="1"/>
          <p:nvPr/>
        </p:nvSpPr>
        <p:spPr>
          <a:xfrm>
            <a:off x="3739514" y="4648200"/>
            <a:ext cx="3183858" cy="369332"/>
          </a:xfrm>
          <a:prstGeom prst="rect">
            <a:avLst/>
          </a:prstGeom>
          <a:noFill/>
        </p:spPr>
        <p:txBody>
          <a:bodyPr wrap="square" rtlCol="0">
            <a:spAutoFit/>
          </a:bodyPr>
          <a:lstStyle/>
          <a:p>
            <a:r>
              <a:rPr lang="en-US" dirty="0"/>
              <a:t>Registration Confirmation Page</a:t>
            </a:r>
          </a:p>
        </p:txBody>
      </p:sp>
      <p:pic>
        <p:nvPicPr>
          <p:cNvPr id="11" name="Picture 10">
            <a:extLst>
              <a:ext uri="{FF2B5EF4-FFF2-40B4-BE49-F238E27FC236}">
                <a16:creationId xmlns:a16="http://schemas.microsoft.com/office/drawing/2014/main" id="{C0C00991-A4CD-E046-3134-370EED23754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66882" y="1890112"/>
            <a:ext cx="2724167" cy="4710087"/>
          </a:xfrm>
          <a:prstGeom prst="rect">
            <a:avLst/>
          </a:prstGeom>
        </p:spPr>
      </p:pic>
      <p:pic>
        <p:nvPicPr>
          <p:cNvPr id="17" name="Picture 16">
            <a:extLst>
              <a:ext uri="{FF2B5EF4-FFF2-40B4-BE49-F238E27FC236}">
                <a16:creationId xmlns:a16="http://schemas.microsoft.com/office/drawing/2014/main" id="{404A07D7-14E6-C0E9-4706-A07FFE10703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704949" y="1586295"/>
            <a:ext cx="2584318" cy="2991912"/>
          </a:xfrm>
          <a:prstGeom prst="rect">
            <a:avLst/>
          </a:prstGeom>
        </p:spPr>
      </p:pic>
      <p:pic>
        <p:nvPicPr>
          <p:cNvPr id="19" name="Picture 18">
            <a:extLst>
              <a:ext uri="{FF2B5EF4-FFF2-40B4-BE49-F238E27FC236}">
                <a16:creationId xmlns:a16="http://schemas.microsoft.com/office/drawing/2014/main" id="{E9E43F89-F06D-F775-94A4-E05269C55E07}"/>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b="41111"/>
          <a:stretch/>
        </p:blipFill>
        <p:spPr>
          <a:xfrm>
            <a:off x="5029200" y="5009154"/>
            <a:ext cx="2962615" cy="159104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3792" y="429005"/>
            <a:ext cx="2484120" cy="452120"/>
          </a:xfrm>
          <a:prstGeom prst="rect">
            <a:avLst/>
          </a:prstGeom>
        </p:spPr>
        <p:txBody>
          <a:bodyPr vert="horz" wrap="square" lIns="0" tIns="12065" rIns="0" bIns="0" rtlCol="0">
            <a:spAutoFit/>
          </a:bodyPr>
          <a:lstStyle/>
          <a:p>
            <a:pPr marL="12700">
              <a:lnSpc>
                <a:spcPct val="100000"/>
              </a:lnSpc>
              <a:spcBef>
                <a:spcPts val="95"/>
              </a:spcBef>
            </a:pPr>
            <a:r>
              <a:rPr spc="-5" dirty="0"/>
              <a:t>6. </a:t>
            </a:r>
            <a:r>
              <a:rPr spc="-10" dirty="0"/>
              <a:t>HTML</a:t>
            </a:r>
            <a:r>
              <a:rPr spc="-125" dirty="0"/>
              <a:t> </a:t>
            </a:r>
            <a:r>
              <a:rPr spc="-5" dirty="0"/>
              <a:t>Pages</a:t>
            </a:r>
          </a:p>
        </p:txBody>
      </p:sp>
      <p:sp>
        <p:nvSpPr>
          <p:cNvPr id="3" name="object 3"/>
          <p:cNvSpPr/>
          <p:nvPr/>
        </p:nvSpPr>
        <p:spPr>
          <a:xfrm>
            <a:off x="60960" y="1171955"/>
            <a:ext cx="8945880" cy="5635752"/>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15240" y="1147546"/>
            <a:ext cx="3168396" cy="614197"/>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108204" y="1196338"/>
            <a:ext cx="8856345" cy="5546090"/>
          </a:xfrm>
          <a:custGeom>
            <a:avLst/>
            <a:gdLst/>
            <a:ahLst/>
            <a:cxnLst/>
            <a:rect l="l" t="t" r="r" b="b"/>
            <a:pathLst>
              <a:path w="8856345" h="5546090">
                <a:moveTo>
                  <a:pt x="0" y="5545836"/>
                </a:moveTo>
                <a:lnTo>
                  <a:pt x="8855964" y="5545836"/>
                </a:lnTo>
                <a:lnTo>
                  <a:pt x="8855964" y="0"/>
                </a:lnTo>
                <a:lnTo>
                  <a:pt x="0" y="0"/>
                </a:lnTo>
                <a:lnTo>
                  <a:pt x="0" y="5545836"/>
                </a:lnTo>
                <a:close/>
              </a:path>
            </a:pathLst>
          </a:custGeom>
          <a:solidFill>
            <a:srgbClr val="F1F1F1"/>
          </a:solidFill>
        </p:spPr>
        <p:txBody>
          <a:bodyPr wrap="square" lIns="0" tIns="0" rIns="0" bIns="0" rtlCol="0"/>
          <a:lstStyle/>
          <a:p>
            <a:endParaRPr/>
          </a:p>
        </p:txBody>
      </p:sp>
      <p:sp>
        <p:nvSpPr>
          <p:cNvPr id="6" name="object 6"/>
          <p:cNvSpPr/>
          <p:nvPr/>
        </p:nvSpPr>
        <p:spPr>
          <a:xfrm>
            <a:off x="108204" y="1196338"/>
            <a:ext cx="8856345" cy="5546090"/>
          </a:xfrm>
          <a:custGeom>
            <a:avLst/>
            <a:gdLst/>
            <a:ahLst/>
            <a:cxnLst/>
            <a:rect l="l" t="t" r="r" b="b"/>
            <a:pathLst>
              <a:path w="8856345" h="5546090">
                <a:moveTo>
                  <a:pt x="0" y="5545836"/>
                </a:moveTo>
                <a:lnTo>
                  <a:pt x="8855964" y="5545836"/>
                </a:lnTo>
                <a:lnTo>
                  <a:pt x="8855964" y="0"/>
                </a:lnTo>
                <a:lnTo>
                  <a:pt x="0" y="0"/>
                </a:lnTo>
                <a:lnTo>
                  <a:pt x="0" y="5545836"/>
                </a:lnTo>
                <a:close/>
              </a:path>
            </a:pathLst>
          </a:custGeom>
          <a:ln w="9144">
            <a:solidFill>
              <a:srgbClr val="000000"/>
            </a:solidFill>
          </a:ln>
        </p:spPr>
        <p:txBody>
          <a:bodyPr wrap="square" lIns="0" tIns="0" rIns="0" bIns="0" rtlCol="0"/>
          <a:lstStyle/>
          <a:p>
            <a:endParaRPr/>
          </a:p>
        </p:txBody>
      </p:sp>
      <p:sp>
        <p:nvSpPr>
          <p:cNvPr id="7" name="object 7"/>
          <p:cNvSpPr txBox="1"/>
          <p:nvPr/>
        </p:nvSpPr>
        <p:spPr>
          <a:xfrm>
            <a:off x="186639" y="1213484"/>
            <a:ext cx="2818765" cy="330835"/>
          </a:xfrm>
          <a:prstGeom prst="rect">
            <a:avLst/>
          </a:prstGeom>
        </p:spPr>
        <p:txBody>
          <a:bodyPr vert="horz" wrap="square" lIns="0" tIns="13335" rIns="0" bIns="0" rtlCol="0">
            <a:spAutoFit/>
          </a:bodyPr>
          <a:lstStyle/>
          <a:p>
            <a:pPr marL="299085" indent="-286385">
              <a:lnSpc>
                <a:spcPct val="100000"/>
              </a:lnSpc>
              <a:spcBef>
                <a:spcPts val="105"/>
              </a:spcBef>
              <a:buFont typeface="Wingdings"/>
              <a:buChar char=""/>
              <a:tabLst>
                <a:tab pos="299720" algn="l"/>
              </a:tabLst>
            </a:pPr>
            <a:r>
              <a:rPr sz="2000" b="1" spc="-5" dirty="0">
                <a:latin typeface="Calibri"/>
                <a:cs typeface="Calibri"/>
              </a:rPr>
              <a:t>Screen </a:t>
            </a:r>
            <a:r>
              <a:rPr sz="2000" b="1" spc="-10" dirty="0">
                <a:latin typeface="Calibri"/>
                <a:cs typeface="Calibri"/>
              </a:rPr>
              <a:t>capture </a:t>
            </a:r>
            <a:r>
              <a:rPr sz="2000" b="1" dirty="0">
                <a:latin typeface="Calibri"/>
                <a:cs typeface="Calibri"/>
              </a:rPr>
              <a:t>of</a:t>
            </a:r>
            <a:r>
              <a:rPr sz="2000" b="1" spc="-50" dirty="0">
                <a:latin typeface="Calibri"/>
                <a:cs typeface="Calibri"/>
              </a:rPr>
              <a:t> </a:t>
            </a:r>
            <a:r>
              <a:rPr sz="2000" b="1" spc="-15" dirty="0">
                <a:latin typeface="Calibri"/>
                <a:cs typeface="Calibri"/>
              </a:rPr>
              <a:t>Pages</a:t>
            </a:r>
            <a:endParaRPr sz="2000">
              <a:latin typeface="Calibri"/>
              <a:cs typeface="Calibri"/>
            </a:endParaRPr>
          </a:p>
        </p:txBody>
      </p:sp>
      <p:sp>
        <p:nvSpPr>
          <p:cNvPr id="8" name="TextBox 7">
            <a:extLst>
              <a:ext uri="{FF2B5EF4-FFF2-40B4-BE49-F238E27FC236}">
                <a16:creationId xmlns:a16="http://schemas.microsoft.com/office/drawing/2014/main" id="{7C402F3A-4E55-4CAB-8F84-0C7E25FF787A}"/>
              </a:ext>
            </a:extLst>
          </p:cNvPr>
          <p:cNvSpPr txBox="1"/>
          <p:nvPr/>
        </p:nvSpPr>
        <p:spPr>
          <a:xfrm>
            <a:off x="1534086" y="1586295"/>
            <a:ext cx="1471318" cy="369332"/>
          </a:xfrm>
          <a:prstGeom prst="rect">
            <a:avLst/>
          </a:prstGeom>
          <a:noFill/>
        </p:spPr>
        <p:txBody>
          <a:bodyPr wrap="square" rtlCol="0">
            <a:spAutoFit/>
          </a:bodyPr>
          <a:lstStyle/>
          <a:p>
            <a:r>
              <a:rPr lang="en-US" dirty="0"/>
              <a:t>Profile Page</a:t>
            </a:r>
          </a:p>
        </p:txBody>
      </p:sp>
      <p:sp>
        <p:nvSpPr>
          <p:cNvPr id="15" name="TextBox 14">
            <a:extLst>
              <a:ext uri="{FF2B5EF4-FFF2-40B4-BE49-F238E27FC236}">
                <a16:creationId xmlns:a16="http://schemas.microsoft.com/office/drawing/2014/main" id="{4E902144-8EF3-4558-B36E-1D45716CB17C}"/>
              </a:ext>
            </a:extLst>
          </p:cNvPr>
          <p:cNvSpPr txBox="1"/>
          <p:nvPr/>
        </p:nvSpPr>
        <p:spPr>
          <a:xfrm>
            <a:off x="6174366" y="1544432"/>
            <a:ext cx="1188551" cy="369332"/>
          </a:xfrm>
          <a:prstGeom prst="rect">
            <a:avLst/>
          </a:prstGeom>
          <a:noFill/>
        </p:spPr>
        <p:txBody>
          <a:bodyPr wrap="square" rtlCol="0">
            <a:spAutoFit/>
          </a:bodyPr>
          <a:lstStyle/>
          <a:p>
            <a:r>
              <a:rPr lang="en-US" dirty="0"/>
              <a:t>Login Page</a:t>
            </a:r>
          </a:p>
        </p:txBody>
      </p:sp>
      <p:sp>
        <p:nvSpPr>
          <p:cNvPr id="16" name="TextBox 15">
            <a:extLst>
              <a:ext uri="{FF2B5EF4-FFF2-40B4-BE49-F238E27FC236}">
                <a16:creationId xmlns:a16="http://schemas.microsoft.com/office/drawing/2014/main" id="{CA44B3B0-6305-4168-BC59-5C2B5889B6AF}"/>
              </a:ext>
            </a:extLst>
          </p:cNvPr>
          <p:cNvSpPr txBox="1"/>
          <p:nvPr/>
        </p:nvSpPr>
        <p:spPr>
          <a:xfrm>
            <a:off x="5889897" y="4117758"/>
            <a:ext cx="1757488" cy="369332"/>
          </a:xfrm>
          <a:prstGeom prst="rect">
            <a:avLst/>
          </a:prstGeom>
          <a:noFill/>
        </p:spPr>
        <p:txBody>
          <a:bodyPr wrap="square" rtlCol="0">
            <a:spAutoFit/>
          </a:bodyPr>
          <a:lstStyle/>
          <a:p>
            <a:r>
              <a:rPr lang="en-US" dirty="0"/>
              <a:t>Edit Profile Page</a:t>
            </a:r>
          </a:p>
        </p:txBody>
      </p:sp>
      <p:pic>
        <p:nvPicPr>
          <p:cNvPr id="10" name="Picture 9">
            <a:extLst>
              <a:ext uri="{FF2B5EF4-FFF2-40B4-BE49-F238E27FC236}">
                <a16:creationId xmlns:a16="http://schemas.microsoft.com/office/drawing/2014/main" id="{4C9CAD82-437D-C0FA-63A7-675F6A295DE8}"/>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b="32222"/>
          <a:stretch/>
        </p:blipFill>
        <p:spPr>
          <a:xfrm>
            <a:off x="5029200" y="1913764"/>
            <a:ext cx="3261756" cy="2220358"/>
          </a:xfrm>
          <a:prstGeom prst="rect">
            <a:avLst/>
          </a:prstGeom>
        </p:spPr>
      </p:pic>
      <p:pic>
        <p:nvPicPr>
          <p:cNvPr id="13" name="Picture 12">
            <a:extLst>
              <a:ext uri="{FF2B5EF4-FFF2-40B4-BE49-F238E27FC236}">
                <a16:creationId xmlns:a16="http://schemas.microsoft.com/office/drawing/2014/main" id="{1A1992C7-8335-AF53-1094-CF98F9AC52B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00153" y="1997603"/>
            <a:ext cx="2539184" cy="4533041"/>
          </a:xfrm>
          <a:prstGeom prst="rect">
            <a:avLst/>
          </a:prstGeom>
        </p:spPr>
      </p:pic>
      <p:pic>
        <p:nvPicPr>
          <p:cNvPr id="18" name="Picture 17">
            <a:extLst>
              <a:ext uri="{FF2B5EF4-FFF2-40B4-BE49-F238E27FC236}">
                <a16:creationId xmlns:a16="http://schemas.microsoft.com/office/drawing/2014/main" id="{360A31C8-68C2-7C22-FE68-00470703B8AE}"/>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b="15030"/>
          <a:stretch/>
        </p:blipFill>
        <p:spPr>
          <a:xfrm>
            <a:off x="5008775" y="4503454"/>
            <a:ext cx="2486306" cy="1926619"/>
          </a:xfrm>
          <a:prstGeom prst="rect">
            <a:avLst/>
          </a:prstGeom>
        </p:spPr>
      </p:pic>
    </p:spTree>
    <p:extLst>
      <p:ext uri="{BB962C8B-B14F-4D97-AF65-F5344CB8AC3E}">
        <p14:creationId xmlns:p14="http://schemas.microsoft.com/office/powerpoint/2010/main" val="8573996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3792" y="429005"/>
            <a:ext cx="2484120" cy="452120"/>
          </a:xfrm>
          <a:prstGeom prst="rect">
            <a:avLst/>
          </a:prstGeom>
        </p:spPr>
        <p:txBody>
          <a:bodyPr vert="horz" wrap="square" lIns="0" tIns="12065" rIns="0" bIns="0" rtlCol="0">
            <a:spAutoFit/>
          </a:bodyPr>
          <a:lstStyle/>
          <a:p>
            <a:pPr marL="12700">
              <a:lnSpc>
                <a:spcPct val="100000"/>
              </a:lnSpc>
              <a:spcBef>
                <a:spcPts val="95"/>
              </a:spcBef>
            </a:pPr>
            <a:r>
              <a:rPr spc="-5" dirty="0"/>
              <a:t>6. </a:t>
            </a:r>
            <a:r>
              <a:rPr spc="-10" dirty="0"/>
              <a:t>HTML</a:t>
            </a:r>
            <a:r>
              <a:rPr spc="-125" dirty="0"/>
              <a:t> </a:t>
            </a:r>
            <a:r>
              <a:rPr spc="-5" dirty="0"/>
              <a:t>Pages</a:t>
            </a:r>
          </a:p>
        </p:txBody>
      </p:sp>
      <p:sp>
        <p:nvSpPr>
          <p:cNvPr id="3" name="object 3"/>
          <p:cNvSpPr/>
          <p:nvPr/>
        </p:nvSpPr>
        <p:spPr>
          <a:xfrm>
            <a:off x="60960" y="1171955"/>
            <a:ext cx="8945880" cy="5635752"/>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15240" y="1147546"/>
            <a:ext cx="3168396" cy="614197"/>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108204" y="1196338"/>
            <a:ext cx="8856345" cy="5546090"/>
          </a:xfrm>
          <a:custGeom>
            <a:avLst/>
            <a:gdLst/>
            <a:ahLst/>
            <a:cxnLst/>
            <a:rect l="l" t="t" r="r" b="b"/>
            <a:pathLst>
              <a:path w="8856345" h="5546090">
                <a:moveTo>
                  <a:pt x="0" y="5545836"/>
                </a:moveTo>
                <a:lnTo>
                  <a:pt x="8855964" y="5545836"/>
                </a:lnTo>
                <a:lnTo>
                  <a:pt x="8855964" y="0"/>
                </a:lnTo>
                <a:lnTo>
                  <a:pt x="0" y="0"/>
                </a:lnTo>
                <a:lnTo>
                  <a:pt x="0" y="5545836"/>
                </a:lnTo>
                <a:close/>
              </a:path>
            </a:pathLst>
          </a:custGeom>
          <a:solidFill>
            <a:srgbClr val="F1F1F1"/>
          </a:solidFill>
        </p:spPr>
        <p:txBody>
          <a:bodyPr wrap="square" lIns="0" tIns="0" rIns="0" bIns="0" rtlCol="0"/>
          <a:lstStyle/>
          <a:p>
            <a:endParaRPr/>
          </a:p>
        </p:txBody>
      </p:sp>
      <p:sp>
        <p:nvSpPr>
          <p:cNvPr id="6" name="object 6"/>
          <p:cNvSpPr/>
          <p:nvPr/>
        </p:nvSpPr>
        <p:spPr>
          <a:xfrm>
            <a:off x="108204" y="1196338"/>
            <a:ext cx="8856345" cy="5546090"/>
          </a:xfrm>
          <a:custGeom>
            <a:avLst/>
            <a:gdLst/>
            <a:ahLst/>
            <a:cxnLst/>
            <a:rect l="l" t="t" r="r" b="b"/>
            <a:pathLst>
              <a:path w="8856345" h="5546090">
                <a:moveTo>
                  <a:pt x="0" y="5545836"/>
                </a:moveTo>
                <a:lnTo>
                  <a:pt x="8855964" y="5545836"/>
                </a:lnTo>
                <a:lnTo>
                  <a:pt x="8855964" y="0"/>
                </a:lnTo>
                <a:lnTo>
                  <a:pt x="0" y="0"/>
                </a:lnTo>
                <a:lnTo>
                  <a:pt x="0" y="5545836"/>
                </a:lnTo>
                <a:close/>
              </a:path>
            </a:pathLst>
          </a:custGeom>
          <a:ln w="9144">
            <a:solidFill>
              <a:srgbClr val="000000"/>
            </a:solidFill>
          </a:ln>
        </p:spPr>
        <p:txBody>
          <a:bodyPr wrap="square" lIns="0" tIns="0" rIns="0" bIns="0" rtlCol="0"/>
          <a:lstStyle/>
          <a:p>
            <a:endParaRPr/>
          </a:p>
        </p:txBody>
      </p:sp>
      <p:sp>
        <p:nvSpPr>
          <p:cNvPr id="7" name="object 7"/>
          <p:cNvSpPr txBox="1"/>
          <p:nvPr/>
        </p:nvSpPr>
        <p:spPr>
          <a:xfrm>
            <a:off x="186639" y="1213484"/>
            <a:ext cx="2818765" cy="330835"/>
          </a:xfrm>
          <a:prstGeom prst="rect">
            <a:avLst/>
          </a:prstGeom>
        </p:spPr>
        <p:txBody>
          <a:bodyPr vert="horz" wrap="square" lIns="0" tIns="13335" rIns="0" bIns="0" rtlCol="0">
            <a:spAutoFit/>
          </a:bodyPr>
          <a:lstStyle/>
          <a:p>
            <a:pPr marL="299085" indent="-286385">
              <a:lnSpc>
                <a:spcPct val="100000"/>
              </a:lnSpc>
              <a:spcBef>
                <a:spcPts val="105"/>
              </a:spcBef>
              <a:buFont typeface="Wingdings"/>
              <a:buChar char=""/>
              <a:tabLst>
                <a:tab pos="299720" algn="l"/>
              </a:tabLst>
            </a:pPr>
            <a:r>
              <a:rPr sz="2000" b="1" spc="-5" dirty="0">
                <a:latin typeface="Calibri"/>
                <a:cs typeface="Calibri"/>
              </a:rPr>
              <a:t>Screen </a:t>
            </a:r>
            <a:r>
              <a:rPr sz="2000" b="1" spc="-10" dirty="0">
                <a:latin typeface="Calibri"/>
                <a:cs typeface="Calibri"/>
              </a:rPr>
              <a:t>capture </a:t>
            </a:r>
            <a:r>
              <a:rPr sz="2000" b="1" dirty="0">
                <a:latin typeface="Calibri"/>
                <a:cs typeface="Calibri"/>
              </a:rPr>
              <a:t>of</a:t>
            </a:r>
            <a:r>
              <a:rPr sz="2000" b="1" spc="-50" dirty="0">
                <a:latin typeface="Calibri"/>
                <a:cs typeface="Calibri"/>
              </a:rPr>
              <a:t> </a:t>
            </a:r>
            <a:r>
              <a:rPr sz="2000" b="1" spc="-15" dirty="0">
                <a:latin typeface="Calibri"/>
                <a:cs typeface="Calibri"/>
              </a:rPr>
              <a:t>Pages</a:t>
            </a:r>
            <a:endParaRPr sz="2000">
              <a:latin typeface="Calibri"/>
              <a:cs typeface="Calibri"/>
            </a:endParaRPr>
          </a:p>
        </p:txBody>
      </p:sp>
      <p:sp>
        <p:nvSpPr>
          <p:cNvPr id="8" name="TextBox 7">
            <a:extLst>
              <a:ext uri="{FF2B5EF4-FFF2-40B4-BE49-F238E27FC236}">
                <a16:creationId xmlns:a16="http://schemas.microsoft.com/office/drawing/2014/main" id="{7C402F3A-4E55-4CAB-8F84-0C7E25FF787A}"/>
              </a:ext>
            </a:extLst>
          </p:cNvPr>
          <p:cNvSpPr txBox="1"/>
          <p:nvPr/>
        </p:nvSpPr>
        <p:spPr>
          <a:xfrm>
            <a:off x="1534086" y="1586295"/>
            <a:ext cx="1894914" cy="369332"/>
          </a:xfrm>
          <a:prstGeom prst="rect">
            <a:avLst/>
          </a:prstGeom>
          <a:noFill/>
        </p:spPr>
        <p:txBody>
          <a:bodyPr wrap="square" rtlCol="0">
            <a:spAutoFit/>
          </a:bodyPr>
          <a:lstStyle/>
          <a:p>
            <a:r>
              <a:rPr lang="en-US" dirty="0"/>
              <a:t>Search User Page</a:t>
            </a:r>
          </a:p>
        </p:txBody>
      </p:sp>
      <p:sp>
        <p:nvSpPr>
          <p:cNvPr id="15" name="TextBox 14">
            <a:extLst>
              <a:ext uri="{FF2B5EF4-FFF2-40B4-BE49-F238E27FC236}">
                <a16:creationId xmlns:a16="http://schemas.microsoft.com/office/drawing/2014/main" id="{4E902144-8EF3-4558-B36E-1D45716CB17C}"/>
              </a:ext>
            </a:extLst>
          </p:cNvPr>
          <p:cNvSpPr txBox="1"/>
          <p:nvPr/>
        </p:nvSpPr>
        <p:spPr>
          <a:xfrm>
            <a:off x="5550524" y="1577077"/>
            <a:ext cx="2436234" cy="369332"/>
          </a:xfrm>
          <a:prstGeom prst="rect">
            <a:avLst/>
          </a:prstGeom>
          <a:noFill/>
        </p:spPr>
        <p:txBody>
          <a:bodyPr wrap="square" rtlCol="0">
            <a:spAutoFit/>
          </a:bodyPr>
          <a:lstStyle/>
          <a:p>
            <a:r>
              <a:rPr lang="en-US" dirty="0"/>
              <a:t>Forgot Password Page</a:t>
            </a:r>
          </a:p>
        </p:txBody>
      </p:sp>
      <p:sp>
        <p:nvSpPr>
          <p:cNvPr id="18" name="TextBox 17">
            <a:extLst>
              <a:ext uri="{FF2B5EF4-FFF2-40B4-BE49-F238E27FC236}">
                <a16:creationId xmlns:a16="http://schemas.microsoft.com/office/drawing/2014/main" id="{C8E48428-E484-4F8B-86F0-5DC2D74E9AFC}"/>
              </a:ext>
            </a:extLst>
          </p:cNvPr>
          <p:cNvSpPr txBox="1"/>
          <p:nvPr/>
        </p:nvSpPr>
        <p:spPr>
          <a:xfrm>
            <a:off x="4852345" y="4105981"/>
            <a:ext cx="3554109" cy="369332"/>
          </a:xfrm>
          <a:prstGeom prst="rect">
            <a:avLst/>
          </a:prstGeom>
          <a:noFill/>
        </p:spPr>
        <p:txBody>
          <a:bodyPr wrap="square" rtlCol="0">
            <a:spAutoFit/>
          </a:bodyPr>
          <a:lstStyle/>
          <a:p>
            <a:r>
              <a:rPr lang="en-US" dirty="0"/>
              <a:t>Forgot Password Confirmation Page</a:t>
            </a:r>
          </a:p>
        </p:txBody>
      </p:sp>
      <p:pic>
        <p:nvPicPr>
          <p:cNvPr id="11" name="Picture 10">
            <a:extLst>
              <a:ext uri="{FF2B5EF4-FFF2-40B4-BE49-F238E27FC236}">
                <a16:creationId xmlns:a16="http://schemas.microsoft.com/office/drawing/2014/main" id="{849702E6-D67F-489A-3B1C-B9DE2FA7E1B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5195" y="2028164"/>
            <a:ext cx="4645869" cy="3767687"/>
          </a:xfrm>
          <a:prstGeom prst="rect">
            <a:avLst/>
          </a:prstGeom>
        </p:spPr>
      </p:pic>
      <p:pic>
        <p:nvPicPr>
          <p:cNvPr id="14" name="Picture 13">
            <a:extLst>
              <a:ext uri="{FF2B5EF4-FFF2-40B4-BE49-F238E27FC236}">
                <a16:creationId xmlns:a16="http://schemas.microsoft.com/office/drawing/2014/main" id="{3097E7DE-9188-B81A-A01E-10A825E401A1}"/>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b="33589"/>
          <a:stretch/>
        </p:blipFill>
        <p:spPr>
          <a:xfrm>
            <a:off x="4897689" y="2133600"/>
            <a:ext cx="4041760" cy="1499335"/>
          </a:xfrm>
          <a:prstGeom prst="rect">
            <a:avLst/>
          </a:prstGeom>
        </p:spPr>
      </p:pic>
      <p:pic>
        <p:nvPicPr>
          <p:cNvPr id="17" name="Picture 16">
            <a:extLst>
              <a:ext uri="{FF2B5EF4-FFF2-40B4-BE49-F238E27FC236}">
                <a16:creationId xmlns:a16="http://schemas.microsoft.com/office/drawing/2014/main" id="{D6090E05-EC6A-F082-DC1B-7071EA9D124E}"/>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b="36746"/>
          <a:stretch/>
        </p:blipFill>
        <p:spPr>
          <a:xfrm>
            <a:off x="4953000" y="4553256"/>
            <a:ext cx="3830821" cy="1353543"/>
          </a:xfrm>
          <a:prstGeom prst="rect">
            <a:avLst/>
          </a:prstGeom>
        </p:spPr>
      </p:pic>
    </p:spTree>
    <p:extLst>
      <p:ext uri="{BB962C8B-B14F-4D97-AF65-F5344CB8AC3E}">
        <p14:creationId xmlns:p14="http://schemas.microsoft.com/office/powerpoint/2010/main" val="1519780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3792" y="429005"/>
            <a:ext cx="3010535" cy="452120"/>
          </a:xfrm>
          <a:prstGeom prst="rect">
            <a:avLst/>
          </a:prstGeom>
        </p:spPr>
        <p:txBody>
          <a:bodyPr vert="horz" wrap="square" lIns="0" tIns="12065" rIns="0" bIns="0" rtlCol="0">
            <a:spAutoFit/>
          </a:bodyPr>
          <a:lstStyle/>
          <a:p>
            <a:pPr marL="12700">
              <a:lnSpc>
                <a:spcPct val="100000"/>
              </a:lnSpc>
              <a:spcBef>
                <a:spcPts val="95"/>
              </a:spcBef>
            </a:pPr>
            <a:r>
              <a:rPr lang="en-US" spc="-5" dirty="0"/>
              <a:t>7</a:t>
            </a:r>
            <a:r>
              <a:rPr spc="-5" dirty="0"/>
              <a:t>. Usability</a:t>
            </a:r>
            <a:r>
              <a:rPr spc="-45" dirty="0"/>
              <a:t> </a:t>
            </a:r>
            <a:r>
              <a:rPr dirty="0"/>
              <a:t>Metrics</a:t>
            </a:r>
          </a:p>
        </p:txBody>
      </p:sp>
      <p:sp>
        <p:nvSpPr>
          <p:cNvPr id="3" name="TextBox 2">
            <a:extLst>
              <a:ext uri="{FF2B5EF4-FFF2-40B4-BE49-F238E27FC236}">
                <a16:creationId xmlns:a16="http://schemas.microsoft.com/office/drawing/2014/main" id="{3081B4D1-5F6D-430A-A1E2-CB5CBEB8510E}"/>
              </a:ext>
            </a:extLst>
          </p:cNvPr>
          <p:cNvSpPr txBox="1"/>
          <p:nvPr/>
        </p:nvSpPr>
        <p:spPr>
          <a:xfrm>
            <a:off x="113792" y="1219200"/>
            <a:ext cx="8725408" cy="1200329"/>
          </a:xfrm>
          <a:prstGeom prst="rect">
            <a:avLst/>
          </a:prstGeom>
          <a:noFill/>
        </p:spPr>
        <p:txBody>
          <a:bodyPr wrap="square" rtlCol="0">
            <a:spAutoFit/>
          </a:bodyPr>
          <a:lstStyle/>
          <a:p>
            <a:pPr marL="285750" indent="-285750">
              <a:buFont typeface="Arial" panose="020B0604020202020204" pitchFamily="34" charset="0"/>
              <a:buChar char="•"/>
            </a:pPr>
            <a:r>
              <a:rPr lang="en-US" sz="1800" dirty="0">
                <a:effectLst/>
                <a:latin typeface="Arial MT"/>
                <a:ea typeface="Arial MT"/>
                <a:cs typeface="Arial MT"/>
              </a:rPr>
              <a:t>TOT (Time On Task): How long the time that user take to complete the task</a:t>
            </a:r>
            <a:r>
              <a:rPr lang="en-US" sz="1800" spc="-320" dirty="0">
                <a:effectLst/>
                <a:latin typeface="Arial MT"/>
                <a:ea typeface="Arial MT"/>
                <a:cs typeface="Arial MT"/>
              </a:rPr>
              <a:t> </a:t>
            </a:r>
            <a:endParaRPr lang="en-US" sz="1800" dirty="0">
              <a:effectLst/>
              <a:latin typeface="Arial MT"/>
              <a:ea typeface="Arial MT"/>
              <a:cs typeface="Arial MT"/>
            </a:endParaRPr>
          </a:p>
          <a:p>
            <a:pPr marL="285750" indent="-285750">
              <a:buFont typeface="Arial" panose="020B0604020202020204" pitchFamily="34" charset="0"/>
              <a:buChar char="•"/>
            </a:pPr>
            <a:r>
              <a:rPr lang="en-US" sz="1800" dirty="0">
                <a:effectLst/>
                <a:latin typeface="Arial MT"/>
                <a:ea typeface="Arial MT"/>
                <a:cs typeface="Arial MT"/>
              </a:rPr>
              <a:t>UER</a:t>
            </a:r>
            <a:r>
              <a:rPr lang="en-US" sz="1800" spc="-5" dirty="0">
                <a:effectLst/>
                <a:latin typeface="Arial MT"/>
                <a:ea typeface="Arial MT"/>
                <a:cs typeface="Arial MT"/>
              </a:rPr>
              <a:t> </a:t>
            </a:r>
            <a:r>
              <a:rPr lang="en-US" sz="1800" dirty="0">
                <a:effectLst/>
                <a:latin typeface="Arial MT"/>
                <a:ea typeface="Arial MT"/>
                <a:cs typeface="Arial MT"/>
              </a:rPr>
              <a:t>(User Error</a:t>
            </a:r>
            <a:r>
              <a:rPr lang="en-US" sz="1800" spc="-5" dirty="0">
                <a:effectLst/>
                <a:latin typeface="Arial MT"/>
                <a:ea typeface="Arial MT"/>
                <a:cs typeface="Arial MT"/>
              </a:rPr>
              <a:t> </a:t>
            </a:r>
            <a:r>
              <a:rPr lang="en-US" sz="1800" dirty="0">
                <a:effectLst/>
                <a:latin typeface="Arial MT"/>
                <a:ea typeface="Arial MT"/>
                <a:cs typeface="Arial MT"/>
              </a:rPr>
              <a:t>Rate):</a:t>
            </a:r>
            <a:r>
              <a:rPr lang="en-US" sz="1800" spc="5" dirty="0">
                <a:effectLst/>
                <a:latin typeface="Arial MT"/>
                <a:ea typeface="Arial MT"/>
                <a:cs typeface="Arial MT"/>
              </a:rPr>
              <a:t> </a:t>
            </a:r>
            <a:r>
              <a:rPr lang="en-US" sz="1800" dirty="0">
                <a:effectLst/>
                <a:latin typeface="Arial MT"/>
                <a:ea typeface="Arial MT"/>
                <a:cs typeface="Arial MT"/>
              </a:rPr>
              <a:t>Number</a:t>
            </a:r>
            <a:r>
              <a:rPr lang="en-US" sz="1800" spc="-5" dirty="0">
                <a:effectLst/>
                <a:latin typeface="Arial MT"/>
                <a:ea typeface="Arial MT"/>
                <a:cs typeface="Arial MT"/>
              </a:rPr>
              <a:t> </a:t>
            </a:r>
            <a:r>
              <a:rPr lang="en-US" sz="1800" dirty="0">
                <a:effectLst/>
                <a:latin typeface="Arial MT"/>
                <a:ea typeface="Arial MT"/>
                <a:cs typeface="Arial MT"/>
              </a:rPr>
              <a:t>of the</a:t>
            </a:r>
            <a:r>
              <a:rPr lang="en-US" sz="1800" spc="-10" dirty="0">
                <a:effectLst/>
                <a:latin typeface="Arial MT"/>
                <a:ea typeface="Arial MT"/>
                <a:cs typeface="Arial MT"/>
              </a:rPr>
              <a:t> </a:t>
            </a:r>
            <a:r>
              <a:rPr lang="en-US" sz="1800" dirty="0">
                <a:effectLst/>
                <a:latin typeface="Arial MT"/>
                <a:ea typeface="Arial MT"/>
                <a:cs typeface="Arial MT"/>
              </a:rPr>
              <a:t>mistakes</a:t>
            </a:r>
            <a:r>
              <a:rPr lang="en-US" sz="1800" spc="-5" dirty="0">
                <a:effectLst/>
                <a:latin typeface="Arial MT"/>
                <a:ea typeface="Arial MT"/>
                <a:cs typeface="Arial MT"/>
              </a:rPr>
              <a:t> </a:t>
            </a:r>
            <a:r>
              <a:rPr lang="en-US" sz="1800" dirty="0">
                <a:effectLst/>
                <a:latin typeface="Arial MT"/>
                <a:ea typeface="Arial MT"/>
                <a:cs typeface="Arial MT"/>
              </a:rPr>
              <a:t>that user</a:t>
            </a:r>
            <a:r>
              <a:rPr lang="en-US" sz="1800" spc="-5" dirty="0">
                <a:effectLst/>
                <a:latin typeface="Arial MT"/>
                <a:ea typeface="Arial MT"/>
                <a:cs typeface="Arial MT"/>
              </a:rPr>
              <a:t> </a:t>
            </a:r>
            <a:r>
              <a:rPr lang="en-US" sz="1800" dirty="0">
                <a:effectLst/>
                <a:latin typeface="Arial MT"/>
                <a:ea typeface="Arial MT"/>
                <a:cs typeface="Arial MT"/>
              </a:rPr>
              <a:t>make</a:t>
            </a:r>
          </a:p>
          <a:p>
            <a:pPr marL="285750" indent="-285750">
              <a:buFont typeface="Arial" panose="020B0604020202020204" pitchFamily="34" charset="0"/>
              <a:buChar char="•"/>
            </a:pPr>
            <a:r>
              <a:rPr lang="en-US" sz="1800" dirty="0">
                <a:effectLst/>
                <a:latin typeface="Arial MT"/>
                <a:ea typeface="Arial MT"/>
                <a:cs typeface="Arial MT"/>
              </a:rPr>
              <a:t>TSR</a:t>
            </a:r>
            <a:r>
              <a:rPr lang="en-US" sz="1800" spc="-5" dirty="0">
                <a:effectLst/>
                <a:latin typeface="Arial MT"/>
                <a:ea typeface="Arial MT"/>
                <a:cs typeface="Arial MT"/>
              </a:rPr>
              <a:t> </a:t>
            </a:r>
            <a:r>
              <a:rPr lang="en-US" sz="1800" dirty="0">
                <a:effectLst/>
                <a:latin typeface="Arial MT"/>
                <a:ea typeface="Arial MT"/>
                <a:cs typeface="Arial MT"/>
              </a:rPr>
              <a:t>(Task</a:t>
            </a:r>
            <a:r>
              <a:rPr lang="en-US" sz="1800" spc="-5" dirty="0">
                <a:effectLst/>
                <a:latin typeface="Arial MT"/>
                <a:ea typeface="Arial MT"/>
                <a:cs typeface="Arial MT"/>
              </a:rPr>
              <a:t> </a:t>
            </a:r>
            <a:r>
              <a:rPr lang="en-US" sz="1800" dirty="0">
                <a:effectLst/>
                <a:latin typeface="Arial MT"/>
                <a:ea typeface="Arial MT"/>
                <a:cs typeface="Arial MT"/>
              </a:rPr>
              <a:t>Success</a:t>
            </a:r>
            <a:r>
              <a:rPr lang="en-US" sz="1800" spc="-15" dirty="0">
                <a:effectLst/>
                <a:latin typeface="Arial MT"/>
                <a:ea typeface="Arial MT"/>
                <a:cs typeface="Arial MT"/>
              </a:rPr>
              <a:t> </a:t>
            </a:r>
            <a:r>
              <a:rPr lang="en-US" sz="1800" dirty="0">
                <a:effectLst/>
                <a:latin typeface="Arial MT"/>
                <a:ea typeface="Arial MT"/>
                <a:cs typeface="Arial MT"/>
              </a:rPr>
              <a:t>Rate):</a:t>
            </a:r>
            <a:r>
              <a:rPr lang="en-US" sz="1800" spc="5" dirty="0">
                <a:effectLst/>
                <a:latin typeface="Arial MT"/>
                <a:ea typeface="Arial MT"/>
                <a:cs typeface="Arial MT"/>
              </a:rPr>
              <a:t> </a:t>
            </a:r>
            <a:r>
              <a:rPr lang="en-US" sz="1800" dirty="0">
                <a:effectLst/>
                <a:latin typeface="Arial MT"/>
                <a:ea typeface="Arial MT"/>
                <a:cs typeface="Arial MT"/>
              </a:rPr>
              <a:t>Success</a:t>
            </a:r>
            <a:r>
              <a:rPr lang="en-US" sz="1800" spc="-15" dirty="0">
                <a:effectLst/>
                <a:latin typeface="Arial MT"/>
                <a:ea typeface="Arial MT"/>
                <a:cs typeface="Arial MT"/>
              </a:rPr>
              <a:t> </a:t>
            </a:r>
            <a:r>
              <a:rPr lang="en-US" sz="1800" dirty="0">
                <a:effectLst/>
                <a:latin typeface="Arial MT"/>
                <a:ea typeface="Arial MT"/>
                <a:cs typeface="Arial MT"/>
              </a:rPr>
              <a:t>or fail</a:t>
            </a:r>
            <a:r>
              <a:rPr lang="en-US" sz="1800" spc="-10" dirty="0">
                <a:effectLst/>
                <a:latin typeface="Arial MT"/>
                <a:ea typeface="Arial MT"/>
                <a:cs typeface="Arial MT"/>
              </a:rPr>
              <a:t> </a:t>
            </a:r>
            <a:r>
              <a:rPr lang="en-US" sz="1800" dirty="0">
                <a:effectLst/>
                <a:latin typeface="Arial MT"/>
                <a:ea typeface="Arial MT"/>
                <a:cs typeface="Arial MT"/>
              </a:rPr>
              <a:t>when</a:t>
            </a:r>
            <a:r>
              <a:rPr lang="en-US" sz="1800" spc="-15" dirty="0">
                <a:effectLst/>
                <a:latin typeface="Arial MT"/>
                <a:ea typeface="Arial MT"/>
                <a:cs typeface="Arial MT"/>
              </a:rPr>
              <a:t> </a:t>
            </a:r>
            <a:r>
              <a:rPr lang="en-US" sz="1800" dirty="0">
                <a:effectLst/>
                <a:latin typeface="Arial MT"/>
                <a:ea typeface="Arial MT"/>
                <a:cs typeface="Arial MT"/>
              </a:rPr>
              <a:t>do</a:t>
            </a:r>
            <a:r>
              <a:rPr lang="en-US" sz="1800" spc="-10" dirty="0">
                <a:effectLst/>
                <a:latin typeface="Arial MT"/>
                <a:ea typeface="Arial MT"/>
                <a:cs typeface="Arial MT"/>
              </a:rPr>
              <a:t> </a:t>
            </a:r>
            <a:r>
              <a:rPr lang="en-US" sz="1800" dirty="0">
                <a:effectLst/>
                <a:latin typeface="Arial MT"/>
                <a:ea typeface="Arial MT"/>
                <a:cs typeface="Arial MT"/>
              </a:rPr>
              <a:t>the</a:t>
            </a:r>
            <a:r>
              <a:rPr lang="en-US" sz="1800" spc="-15" dirty="0">
                <a:effectLst/>
                <a:latin typeface="Arial MT"/>
                <a:ea typeface="Arial MT"/>
                <a:cs typeface="Arial MT"/>
              </a:rPr>
              <a:t> </a:t>
            </a:r>
            <a:r>
              <a:rPr lang="en-US" sz="1800" dirty="0">
                <a:effectLst/>
                <a:latin typeface="Arial MT"/>
                <a:ea typeface="Arial MT"/>
                <a:cs typeface="Arial MT"/>
              </a:rPr>
              <a:t>task.</a:t>
            </a:r>
            <a:r>
              <a:rPr lang="en-US" sz="1800" spc="-15" dirty="0">
                <a:effectLst/>
                <a:latin typeface="Arial MT"/>
                <a:ea typeface="Arial MT"/>
                <a:cs typeface="Arial MT"/>
              </a:rPr>
              <a:t> </a:t>
            </a:r>
            <a:r>
              <a:rPr lang="en-US" sz="1800" dirty="0">
                <a:effectLst/>
                <a:latin typeface="Arial MT"/>
                <a:ea typeface="Arial MT"/>
                <a:cs typeface="Arial MT"/>
              </a:rPr>
              <a:t>Success is</a:t>
            </a:r>
            <a:r>
              <a:rPr lang="en-US" sz="1800" spc="-5" dirty="0">
                <a:effectLst/>
                <a:latin typeface="Arial MT"/>
                <a:ea typeface="Arial MT"/>
                <a:cs typeface="Arial MT"/>
              </a:rPr>
              <a:t> </a:t>
            </a:r>
            <a:r>
              <a:rPr lang="en-US" sz="1800" dirty="0">
                <a:effectLst/>
                <a:latin typeface="Arial MT"/>
                <a:ea typeface="Arial MT"/>
                <a:cs typeface="Arial MT"/>
              </a:rPr>
              <a:t>1 and fail</a:t>
            </a:r>
            <a:r>
              <a:rPr lang="en-US" sz="1800" spc="-10" dirty="0">
                <a:effectLst/>
                <a:latin typeface="Arial MT"/>
                <a:ea typeface="Arial MT"/>
                <a:cs typeface="Arial MT"/>
              </a:rPr>
              <a:t> </a:t>
            </a:r>
            <a:r>
              <a:rPr lang="en-US" sz="1800" dirty="0">
                <a:effectLst/>
                <a:latin typeface="Arial MT"/>
                <a:ea typeface="Arial MT"/>
                <a:cs typeface="Arial MT"/>
              </a:rPr>
              <a:t>is</a:t>
            </a:r>
            <a:r>
              <a:rPr lang="en-US" sz="1800" spc="-5" dirty="0">
                <a:effectLst/>
                <a:latin typeface="Arial MT"/>
                <a:ea typeface="Arial MT"/>
                <a:cs typeface="Arial MT"/>
              </a:rPr>
              <a:t> </a:t>
            </a:r>
            <a:r>
              <a:rPr lang="en-US" sz="1800" dirty="0">
                <a:effectLst/>
                <a:latin typeface="Arial MT"/>
                <a:ea typeface="Arial MT"/>
                <a:cs typeface="Arial MT"/>
              </a:rPr>
              <a:t>0</a:t>
            </a:r>
          </a:p>
        </p:txBody>
      </p:sp>
      <p:pic>
        <p:nvPicPr>
          <p:cNvPr id="5" name="Picture 4">
            <a:extLst>
              <a:ext uri="{FF2B5EF4-FFF2-40B4-BE49-F238E27FC236}">
                <a16:creationId xmlns:a16="http://schemas.microsoft.com/office/drawing/2014/main" id="{13F759D8-FEEA-47FA-B9D5-F8275CB9D147}"/>
              </a:ext>
            </a:extLst>
          </p:cNvPr>
          <p:cNvPicPr>
            <a:picLocks noChangeAspect="1"/>
          </p:cNvPicPr>
          <p:nvPr/>
        </p:nvPicPr>
        <p:blipFill>
          <a:blip r:embed="rId2"/>
          <a:stretch>
            <a:fillRect/>
          </a:stretch>
        </p:blipFill>
        <p:spPr>
          <a:xfrm>
            <a:off x="425250" y="2672948"/>
            <a:ext cx="8259034" cy="2280052"/>
          </a:xfrm>
          <a:prstGeom prst="rect">
            <a:avLst/>
          </a:prstGeom>
          <a:ln>
            <a:solidFill>
              <a:schemeClr val="tx1"/>
            </a:solid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3792" y="429005"/>
            <a:ext cx="4534408" cy="443070"/>
          </a:xfrm>
          <a:prstGeom prst="rect">
            <a:avLst/>
          </a:prstGeom>
        </p:spPr>
        <p:txBody>
          <a:bodyPr vert="horz" wrap="square" lIns="0" tIns="12065" rIns="0" bIns="0" rtlCol="0">
            <a:spAutoFit/>
          </a:bodyPr>
          <a:lstStyle/>
          <a:p>
            <a:pPr marL="12700">
              <a:lnSpc>
                <a:spcPct val="100000"/>
              </a:lnSpc>
              <a:spcBef>
                <a:spcPts val="95"/>
              </a:spcBef>
            </a:pPr>
            <a:r>
              <a:rPr lang="en-US" spc="-5" dirty="0"/>
              <a:t>8</a:t>
            </a:r>
            <a:r>
              <a:rPr spc="-5" dirty="0"/>
              <a:t>. </a:t>
            </a:r>
            <a:r>
              <a:rPr lang="en-US" spc="-5" dirty="0"/>
              <a:t>User </a:t>
            </a:r>
            <a:r>
              <a:rPr lang="en-US" dirty="0"/>
              <a:t>Interaction</a:t>
            </a:r>
            <a:r>
              <a:rPr lang="en-US" spc="-50" dirty="0"/>
              <a:t> </a:t>
            </a:r>
            <a:r>
              <a:rPr lang="en-US" spc="-5" dirty="0"/>
              <a:t>Steps</a:t>
            </a:r>
            <a:endParaRPr dirty="0"/>
          </a:p>
        </p:txBody>
      </p:sp>
      <p:sp>
        <p:nvSpPr>
          <p:cNvPr id="3" name="object 3"/>
          <p:cNvSpPr/>
          <p:nvPr/>
        </p:nvSpPr>
        <p:spPr>
          <a:xfrm>
            <a:off x="60960" y="1171955"/>
            <a:ext cx="8945880" cy="5635752"/>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15240" y="1147572"/>
            <a:ext cx="8951976" cy="4178807"/>
          </a:xfrm>
          <a:prstGeom prst="rect">
            <a:avLst/>
          </a:prstGeom>
          <a:blipFill>
            <a:blip r:embed="rId4" cstate="print"/>
            <a:stretch>
              <a:fillRect/>
            </a:stretch>
          </a:blipFill>
        </p:spPr>
        <p:txBody>
          <a:bodyPr wrap="square" lIns="0" tIns="0" rIns="0" bIns="0" rtlCol="0"/>
          <a:lstStyle/>
          <a:p>
            <a:endParaRPr/>
          </a:p>
        </p:txBody>
      </p:sp>
      <p:sp>
        <p:nvSpPr>
          <p:cNvPr id="5" name="object 5"/>
          <p:cNvSpPr/>
          <p:nvPr/>
        </p:nvSpPr>
        <p:spPr>
          <a:xfrm>
            <a:off x="97950" y="1196338"/>
            <a:ext cx="8856345" cy="5546090"/>
          </a:xfrm>
          <a:custGeom>
            <a:avLst/>
            <a:gdLst/>
            <a:ahLst/>
            <a:cxnLst/>
            <a:rect l="l" t="t" r="r" b="b"/>
            <a:pathLst>
              <a:path w="8856345" h="5546090">
                <a:moveTo>
                  <a:pt x="0" y="5545836"/>
                </a:moveTo>
                <a:lnTo>
                  <a:pt x="8855964" y="5545836"/>
                </a:lnTo>
                <a:lnTo>
                  <a:pt x="8855964" y="0"/>
                </a:lnTo>
                <a:lnTo>
                  <a:pt x="0" y="0"/>
                </a:lnTo>
                <a:lnTo>
                  <a:pt x="0" y="5545836"/>
                </a:lnTo>
                <a:close/>
              </a:path>
            </a:pathLst>
          </a:custGeom>
          <a:solidFill>
            <a:srgbClr val="F1F1F1"/>
          </a:solidFill>
        </p:spPr>
        <p:txBody>
          <a:bodyPr wrap="square" lIns="0" tIns="0" rIns="0" bIns="0" rtlCol="0"/>
          <a:lstStyle/>
          <a:p>
            <a:endParaRPr/>
          </a:p>
        </p:txBody>
      </p:sp>
      <p:sp>
        <p:nvSpPr>
          <p:cNvPr id="6" name="object 6"/>
          <p:cNvSpPr/>
          <p:nvPr/>
        </p:nvSpPr>
        <p:spPr>
          <a:xfrm>
            <a:off x="108204" y="1196338"/>
            <a:ext cx="8856345" cy="5546090"/>
          </a:xfrm>
          <a:custGeom>
            <a:avLst/>
            <a:gdLst/>
            <a:ahLst/>
            <a:cxnLst/>
            <a:rect l="l" t="t" r="r" b="b"/>
            <a:pathLst>
              <a:path w="8856345" h="5546090">
                <a:moveTo>
                  <a:pt x="0" y="5545836"/>
                </a:moveTo>
                <a:lnTo>
                  <a:pt x="8855964" y="5545836"/>
                </a:lnTo>
                <a:lnTo>
                  <a:pt x="8855964" y="0"/>
                </a:lnTo>
                <a:lnTo>
                  <a:pt x="0" y="0"/>
                </a:lnTo>
                <a:lnTo>
                  <a:pt x="0" y="5545836"/>
                </a:lnTo>
                <a:close/>
              </a:path>
            </a:pathLst>
          </a:custGeom>
          <a:ln w="9144">
            <a:solidFill>
              <a:srgbClr val="000000"/>
            </a:solidFill>
          </a:ln>
        </p:spPr>
        <p:txBody>
          <a:bodyPr wrap="square" lIns="0" tIns="0" rIns="0" bIns="0" rtlCol="0"/>
          <a:lstStyle/>
          <a:p>
            <a:endParaRPr/>
          </a:p>
        </p:txBody>
      </p:sp>
      <p:sp>
        <p:nvSpPr>
          <p:cNvPr id="7" name="object 7"/>
          <p:cNvSpPr txBox="1"/>
          <p:nvPr/>
        </p:nvSpPr>
        <p:spPr>
          <a:xfrm>
            <a:off x="186639" y="1128083"/>
            <a:ext cx="8614410" cy="5300810"/>
          </a:xfrm>
          <a:prstGeom prst="rect">
            <a:avLst/>
          </a:prstGeom>
        </p:spPr>
        <p:txBody>
          <a:bodyPr vert="horz" wrap="square" lIns="0" tIns="98425" rIns="0" bIns="0" rtlCol="0">
            <a:spAutoFit/>
          </a:bodyPr>
          <a:lstStyle/>
          <a:p>
            <a:pPr marL="299085" indent="-286385">
              <a:lnSpc>
                <a:spcPct val="100000"/>
              </a:lnSpc>
              <a:spcBef>
                <a:spcPts val="775"/>
              </a:spcBef>
              <a:buFont typeface="Wingdings"/>
              <a:buChar char=""/>
              <a:tabLst>
                <a:tab pos="299720" algn="l"/>
              </a:tabLst>
            </a:pPr>
            <a:r>
              <a:rPr lang="en-US" sz="2400" b="1" spc="-5" dirty="0">
                <a:latin typeface="Calibri"/>
                <a:cs typeface="Calibri"/>
              </a:rPr>
              <a:t>Steps of user interaction</a:t>
            </a:r>
          </a:p>
          <a:p>
            <a:pPr marL="355600" indent="-342900">
              <a:lnSpc>
                <a:spcPct val="100000"/>
              </a:lnSpc>
              <a:spcBef>
                <a:spcPts val="775"/>
              </a:spcBef>
              <a:buFont typeface="+mj-lt"/>
              <a:buAutoNum type="arabicPeriod"/>
              <a:tabLst>
                <a:tab pos="299720" algn="l"/>
              </a:tabLst>
            </a:pPr>
            <a:r>
              <a:rPr lang="en-US" sz="1600" dirty="0">
                <a:effectLst/>
                <a:latin typeface="Arial MT"/>
                <a:ea typeface="Arial MT"/>
                <a:cs typeface="Arial MT"/>
              </a:rPr>
              <a:t>User come to landing page, at the landing page user can login by clicking the login button on the right corner of the website or on the hero banner login form.</a:t>
            </a:r>
          </a:p>
          <a:p>
            <a:pPr marL="355600" indent="-342900">
              <a:lnSpc>
                <a:spcPct val="100000"/>
              </a:lnSpc>
              <a:spcBef>
                <a:spcPts val="775"/>
              </a:spcBef>
              <a:buFont typeface="+mj-lt"/>
              <a:buAutoNum type="arabicPeriod"/>
              <a:tabLst>
                <a:tab pos="299720" algn="l"/>
              </a:tabLst>
            </a:pPr>
            <a:r>
              <a:rPr lang="en-US" sz="1600" spc="5" dirty="0">
                <a:effectLst/>
                <a:latin typeface="Arial MT"/>
                <a:ea typeface="Arial MT"/>
                <a:cs typeface="Arial MT"/>
              </a:rPr>
              <a:t>If the</a:t>
            </a:r>
            <a:r>
              <a:rPr lang="en-US" sz="1600" spc="-20" dirty="0">
                <a:effectLst/>
                <a:latin typeface="Arial MT"/>
                <a:ea typeface="Arial MT"/>
                <a:cs typeface="Arial MT"/>
              </a:rPr>
              <a:t> </a:t>
            </a:r>
            <a:r>
              <a:rPr lang="en-US" sz="1600" dirty="0">
                <a:effectLst/>
                <a:latin typeface="Arial MT"/>
                <a:ea typeface="Arial MT"/>
                <a:cs typeface="Arial MT"/>
              </a:rPr>
              <a:t>user</a:t>
            </a:r>
            <a:r>
              <a:rPr lang="en-US" sz="1600" spc="-5" dirty="0">
                <a:effectLst/>
                <a:latin typeface="Arial MT"/>
                <a:ea typeface="Arial MT"/>
                <a:cs typeface="Arial MT"/>
              </a:rPr>
              <a:t> </a:t>
            </a:r>
            <a:r>
              <a:rPr lang="en-US" sz="1600" dirty="0">
                <a:effectLst/>
                <a:latin typeface="Arial MT"/>
                <a:ea typeface="Arial MT"/>
                <a:cs typeface="Arial MT"/>
              </a:rPr>
              <a:t>does</a:t>
            </a:r>
            <a:r>
              <a:rPr lang="en-US" sz="1600" spc="-15" dirty="0">
                <a:effectLst/>
                <a:latin typeface="Arial MT"/>
                <a:ea typeface="Arial MT"/>
                <a:cs typeface="Arial MT"/>
              </a:rPr>
              <a:t> </a:t>
            </a:r>
            <a:r>
              <a:rPr lang="en-US" sz="1600" dirty="0">
                <a:effectLst/>
                <a:latin typeface="Arial MT"/>
                <a:ea typeface="Arial MT"/>
                <a:cs typeface="Arial MT"/>
              </a:rPr>
              <a:t>not</a:t>
            </a:r>
            <a:r>
              <a:rPr lang="en-US" sz="1600" spc="-20" dirty="0">
                <a:effectLst/>
                <a:latin typeface="Arial MT"/>
                <a:ea typeface="Arial MT"/>
                <a:cs typeface="Arial MT"/>
              </a:rPr>
              <a:t> </a:t>
            </a:r>
            <a:r>
              <a:rPr lang="en-US" sz="1600" dirty="0">
                <a:effectLst/>
                <a:latin typeface="Arial MT"/>
                <a:ea typeface="Arial MT"/>
                <a:cs typeface="Arial MT"/>
              </a:rPr>
              <a:t>have</a:t>
            </a:r>
            <a:r>
              <a:rPr lang="en-US" sz="1600" spc="-15" dirty="0">
                <a:effectLst/>
                <a:latin typeface="Arial MT"/>
                <a:ea typeface="Arial MT"/>
                <a:cs typeface="Arial MT"/>
              </a:rPr>
              <a:t> </a:t>
            </a:r>
            <a:r>
              <a:rPr lang="en-US" sz="1600" dirty="0">
                <a:effectLst/>
                <a:latin typeface="Arial MT"/>
                <a:ea typeface="Arial MT"/>
                <a:cs typeface="Arial MT"/>
              </a:rPr>
              <a:t>any</a:t>
            </a:r>
            <a:r>
              <a:rPr lang="en-US" sz="1600" spc="-15" dirty="0">
                <a:effectLst/>
                <a:latin typeface="Arial MT"/>
                <a:ea typeface="Arial MT"/>
                <a:cs typeface="Arial MT"/>
              </a:rPr>
              <a:t> </a:t>
            </a:r>
            <a:r>
              <a:rPr lang="en-US" sz="1600" dirty="0">
                <a:effectLst/>
                <a:latin typeface="Arial MT"/>
                <a:ea typeface="Arial MT"/>
                <a:cs typeface="Arial MT"/>
              </a:rPr>
              <a:t>account</a:t>
            </a:r>
            <a:r>
              <a:rPr lang="en-US" sz="1600" spc="-10" dirty="0">
                <a:effectLst/>
                <a:latin typeface="Arial MT"/>
                <a:ea typeface="Arial MT"/>
                <a:cs typeface="Arial MT"/>
              </a:rPr>
              <a:t> </a:t>
            </a:r>
            <a:r>
              <a:rPr lang="en-US" sz="1600" dirty="0">
                <a:effectLst/>
                <a:latin typeface="Arial MT"/>
                <a:ea typeface="Arial MT"/>
                <a:cs typeface="Arial MT"/>
              </a:rPr>
              <a:t>yet,</a:t>
            </a:r>
            <a:r>
              <a:rPr lang="en-US" sz="1600" spc="-5" dirty="0">
                <a:effectLst/>
                <a:latin typeface="Arial MT"/>
                <a:ea typeface="Arial MT"/>
                <a:cs typeface="Arial MT"/>
              </a:rPr>
              <a:t> </a:t>
            </a:r>
            <a:r>
              <a:rPr lang="en-US" sz="1600" dirty="0">
                <a:effectLst/>
                <a:latin typeface="Arial MT"/>
                <a:ea typeface="Arial MT"/>
                <a:cs typeface="Arial MT"/>
              </a:rPr>
              <a:t>the</a:t>
            </a:r>
            <a:r>
              <a:rPr lang="en-US" sz="1600" spc="-15" dirty="0">
                <a:effectLst/>
                <a:latin typeface="Arial MT"/>
                <a:ea typeface="Arial MT"/>
                <a:cs typeface="Arial MT"/>
              </a:rPr>
              <a:t> </a:t>
            </a:r>
            <a:r>
              <a:rPr lang="en-US" sz="1600" dirty="0">
                <a:effectLst/>
                <a:latin typeface="Arial MT"/>
                <a:ea typeface="Arial MT"/>
                <a:cs typeface="Arial MT"/>
              </a:rPr>
              <a:t>user</a:t>
            </a:r>
            <a:r>
              <a:rPr lang="en-US" sz="1600" spc="-10" dirty="0">
                <a:effectLst/>
                <a:latin typeface="Arial MT"/>
                <a:ea typeface="Arial MT"/>
                <a:cs typeface="Arial MT"/>
              </a:rPr>
              <a:t> </a:t>
            </a:r>
            <a:r>
              <a:rPr lang="en-US" sz="1600" dirty="0">
                <a:effectLst/>
                <a:latin typeface="Arial MT"/>
                <a:ea typeface="Arial MT"/>
                <a:cs typeface="Arial MT"/>
              </a:rPr>
              <a:t>can</a:t>
            </a:r>
            <a:r>
              <a:rPr lang="en-US" sz="1600" spc="-5" dirty="0">
                <a:effectLst/>
                <a:latin typeface="Arial MT"/>
                <a:ea typeface="Arial MT"/>
                <a:cs typeface="Arial MT"/>
              </a:rPr>
              <a:t> </a:t>
            </a:r>
            <a:r>
              <a:rPr lang="en-US" sz="1600" dirty="0">
                <a:effectLst/>
                <a:latin typeface="Arial MT"/>
                <a:ea typeface="Arial MT"/>
                <a:cs typeface="Arial MT"/>
              </a:rPr>
              <a:t>register</a:t>
            </a:r>
            <a:r>
              <a:rPr lang="en-US" sz="1600" spc="-5" dirty="0">
                <a:effectLst/>
                <a:latin typeface="Arial MT"/>
                <a:ea typeface="Arial MT"/>
                <a:cs typeface="Arial MT"/>
              </a:rPr>
              <a:t> </a:t>
            </a:r>
            <a:r>
              <a:rPr lang="en-US" sz="1600" dirty="0">
                <a:effectLst/>
                <a:latin typeface="Arial MT"/>
                <a:ea typeface="Arial MT"/>
                <a:cs typeface="Arial MT"/>
              </a:rPr>
              <a:t>first</a:t>
            </a:r>
            <a:r>
              <a:rPr lang="en-US" sz="1600" spc="-10" dirty="0">
                <a:effectLst/>
                <a:latin typeface="Arial MT"/>
                <a:ea typeface="Arial MT"/>
                <a:cs typeface="Arial MT"/>
              </a:rPr>
              <a:t> </a:t>
            </a:r>
            <a:r>
              <a:rPr lang="en-US" sz="1600" dirty="0">
                <a:effectLst/>
                <a:latin typeface="Arial MT"/>
                <a:ea typeface="Arial MT"/>
                <a:cs typeface="Arial MT"/>
              </a:rPr>
              <a:t>by</a:t>
            </a:r>
            <a:r>
              <a:rPr lang="en-US" sz="1600" spc="-20" dirty="0">
                <a:effectLst/>
                <a:latin typeface="Arial MT"/>
                <a:ea typeface="Arial MT"/>
                <a:cs typeface="Arial MT"/>
              </a:rPr>
              <a:t> </a:t>
            </a:r>
            <a:r>
              <a:rPr lang="en-US" sz="1600" dirty="0">
                <a:effectLst/>
                <a:latin typeface="Arial MT"/>
                <a:ea typeface="Arial MT"/>
                <a:cs typeface="Arial MT"/>
              </a:rPr>
              <a:t>clicking</a:t>
            </a:r>
            <a:r>
              <a:rPr lang="en-US" sz="1600" spc="-5" dirty="0">
                <a:effectLst/>
                <a:latin typeface="Arial MT"/>
                <a:ea typeface="Arial MT"/>
                <a:cs typeface="Arial MT"/>
              </a:rPr>
              <a:t> </a:t>
            </a:r>
            <a:r>
              <a:rPr lang="en-US" sz="1600" dirty="0">
                <a:effectLst/>
                <a:latin typeface="Arial MT"/>
                <a:ea typeface="Arial MT"/>
                <a:cs typeface="Arial MT"/>
              </a:rPr>
              <a:t>at</a:t>
            </a:r>
            <a:r>
              <a:rPr lang="en-US" sz="1600" spc="-10" dirty="0">
                <a:effectLst/>
                <a:latin typeface="Arial MT"/>
                <a:ea typeface="Arial MT"/>
                <a:cs typeface="Arial MT"/>
              </a:rPr>
              <a:t> </a:t>
            </a:r>
            <a:r>
              <a:rPr lang="en-US" sz="1600" dirty="0">
                <a:effectLst/>
                <a:latin typeface="Arial MT"/>
                <a:ea typeface="Arial MT"/>
                <a:cs typeface="Arial MT"/>
              </a:rPr>
              <a:t>register</a:t>
            </a:r>
            <a:r>
              <a:rPr lang="en-US" sz="1600" spc="-5" dirty="0">
                <a:effectLst/>
                <a:latin typeface="Arial MT"/>
                <a:ea typeface="Arial MT"/>
                <a:cs typeface="Arial MT"/>
              </a:rPr>
              <a:t> </a:t>
            </a:r>
            <a:r>
              <a:rPr lang="en-US" sz="1600" dirty="0">
                <a:effectLst/>
                <a:latin typeface="Arial MT"/>
                <a:ea typeface="Arial MT"/>
                <a:cs typeface="Arial MT"/>
              </a:rPr>
              <a:t>button. After registration done user will be redirected to registration thankyou page and now have an account to logged in to the website.</a:t>
            </a:r>
            <a:endParaRPr lang="en-US" sz="1600" dirty="0">
              <a:latin typeface="Arial MT"/>
              <a:ea typeface="Arial MT"/>
              <a:cs typeface="Arial MT"/>
            </a:endParaRPr>
          </a:p>
          <a:p>
            <a:pPr marL="355600" indent="-342900">
              <a:lnSpc>
                <a:spcPct val="100000"/>
              </a:lnSpc>
              <a:spcBef>
                <a:spcPts val="775"/>
              </a:spcBef>
              <a:buFont typeface="+mj-lt"/>
              <a:buAutoNum type="arabicPeriod"/>
              <a:tabLst>
                <a:tab pos="299720" algn="l"/>
              </a:tabLst>
            </a:pPr>
            <a:r>
              <a:rPr lang="en-US" sz="1600" dirty="0">
                <a:effectLst/>
                <a:latin typeface="Arial MT"/>
                <a:ea typeface="Arial MT"/>
                <a:cs typeface="Arial MT"/>
              </a:rPr>
              <a:t>If the user forgot their password, they can request a password retrieval by clicking the forgot password button. User input their email and will be redirected to forgot password confirmation and they will get link to their email for resetting the password.</a:t>
            </a:r>
          </a:p>
          <a:p>
            <a:pPr marL="355600" indent="-342900">
              <a:spcBef>
                <a:spcPts val="775"/>
              </a:spcBef>
              <a:buFont typeface="+mj-lt"/>
              <a:buAutoNum type="arabicPeriod"/>
              <a:tabLst>
                <a:tab pos="299720" algn="l"/>
              </a:tabLst>
            </a:pPr>
            <a:r>
              <a:rPr lang="en-US" sz="1600" dirty="0">
                <a:effectLst/>
                <a:latin typeface="Arial MT"/>
                <a:ea typeface="Arial MT"/>
                <a:cs typeface="Arial MT"/>
              </a:rPr>
              <a:t>User login to the website and redirected to their respective profile page, user can edit their profile page by clicking the edit profile button. </a:t>
            </a:r>
          </a:p>
          <a:p>
            <a:pPr marL="355600" indent="-342900">
              <a:spcBef>
                <a:spcPts val="775"/>
              </a:spcBef>
              <a:buFont typeface="+mj-lt"/>
              <a:buAutoNum type="arabicPeriod"/>
              <a:tabLst>
                <a:tab pos="299720" algn="l"/>
              </a:tabLst>
            </a:pPr>
            <a:r>
              <a:rPr lang="en-US" sz="1600" dirty="0">
                <a:effectLst/>
                <a:latin typeface="Arial MT"/>
                <a:ea typeface="Arial MT"/>
                <a:cs typeface="Arial MT"/>
              </a:rPr>
              <a:t>User can search another user profile page by clicking the people button in the navigation bar at the top of the website. </a:t>
            </a:r>
          </a:p>
          <a:p>
            <a:pPr marL="355600" indent="-342900">
              <a:spcBef>
                <a:spcPts val="775"/>
              </a:spcBef>
              <a:buFont typeface="+mj-lt"/>
              <a:buAutoNum type="arabicPeriod"/>
              <a:tabLst>
                <a:tab pos="299720" algn="l"/>
              </a:tabLst>
            </a:pPr>
            <a:r>
              <a:rPr lang="en-US" sz="1600" dirty="0">
                <a:effectLst/>
                <a:latin typeface="Arial MT"/>
                <a:ea typeface="Arial MT"/>
                <a:cs typeface="Arial MT"/>
              </a:rPr>
              <a:t>After clicking the people button the user will be redirected to search user page, user can search user by their name, country, city, and company. List of user will appear when searching in the search user page, user can click any of the users list and will be redirected to that user profile view page.</a:t>
            </a:r>
            <a:br>
              <a:rPr lang="en-US" sz="1800" dirty="0">
                <a:effectLst/>
                <a:latin typeface="Arial MT"/>
                <a:ea typeface="Arial MT"/>
                <a:cs typeface="Arial MT"/>
              </a:rPr>
            </a:br>
            <a:endParaRPr lang="en-US" dirty="0">
              <a:latin typeface="Calibri"/>
              <a:cs typeface="Calibri"/>
            </a:endParaRPr>
          </a:p>
        </p:txBody>
      </p:sp>
    </p:spTree>
    <p:extLst>
      <p:ext uri="{BB962C8B-B14F-4D97-AF65-F5344CB8AC3E}">
        <p14:creationId xmlns:p14="http://schemas.microsoft.com/office/powerpoint/2010/main" val="36989706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3792" y="429005"/>
            <a:ext cx="4573270" cy="452120"/>
          </a:xfrm>
          <a:prstGeom prst="rect">
            <a:avLst/>
          </a:prstGeom>
        </p:spPr>
        <p:txBody>
          <a:bodyPr vert="horz" wrap="square" lIns="0" tIns="12065" rIns="0" bIns="0" rtlCol="0">
            <a:spAutoFit/>
          </a:bodyPr>
          <a:lstStyle/>
          <a:p>
            <a:pPr marL="12700">
              <a:lnSpc>
                <a:spcPct val="100000"/>
              </a:lnSpc>
              <a:spcBef>
                <a:spcPts val="95"/>
              </a:spcBef>
            </a:pPr>
            <a:r>
              <a:rPr lang="en-US" spc="-5" dirty="0"/>
              <a:t>9</a:t>
            </a:r>
            <a:r>
              <a:rPr spc="-5" dirty="0"/>
              <a:t>. User </a:t>
            </a:r>
            <a:r>
              <a:rPr dirty="0"/>
              <a:t>Interaction</a:t>
            </a:r>
            <a:r>
              <a:rPr spc="-30" dirty="0"/>
              <a:t> </a:t>
            </a:r>
            <a:r>
              <a:rPr spc="-5" dirty="0"/>
              <a:t>Flowchart</a:t>
            </a:r>
          </a:p>
        </p:txBody>
      </p:sp>
      <p:pic>
        <p:nvPicPr>
          <p:cNvPr id="4" name="Picture 3">
            <a:extLst>
              <a:ext uri="{FF2B5EF4-FFF2-40B4-BE49-F238E27FC236}">
                <a16:creationId xmlns:a16="http://schemas.microsoft.com/office/drawing/2014/main" id="{383E57B0-EAFA-4ACF-AEFD-1D6F9BAABE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 y="1219200"/>
            <a:ext cx="6324600" cy="5257800"/>
          </a:xfrm>
          <a:prstGeom prst="rect">
            <a:avLst/>
          </a:prstGeom>
          <a:ln>
            <a:solidFill>
              <a:schemeClr val="tx1"/>
            </a:solid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3792" y="429005"/>
            <a:ext cx="3340735" cy="452120"/>
          </a:xfrm>
          <a:prstGeom prst="rect">
            <a:avLst/>
          </a:prstGeom>
        </p:spPr>
        <p:txBody>
          <a:bodyPr vert="horz" wrap="square" lIns="0" tIns="12065" rIns="0" bIns="0" rtlCol="0">
            <a:spAutoFit/>
          </a:bodyPr>
          <a:lstStyle/>
          <a:p>
            <a:pPr marL="12700">
              <a:lnSpc>
                <a:spcPct val="100000"/>
              </a:lnSpc>
              <a:spcBef>
                <a:spcPts val="95"/>
              </a:spcBef>
            </a:pPr>
            <a:r>
              <a:rPr lang="en-US" spc="-70" dirty="0"/>
              <a:t>10</a:t>
            </a:r>
            <a:r>
              <a:rPr spc="-70" dirty="0"/>
              <a:t>. </a:t>
            </a:r>
            <a:r>
              <a:rPr spc="-5" dirty="0"/>
              <a:t>Prototype</a:t>
            </a:r>
            <a:r>
              <a:rPr spc="35" dirty="0"/>
              <a:t> </a:t>
            </a:r>
            <a:r>
              <a:rPr spc="-5" dirty="0"/>
              <a:t>Screen</a:t>
            </a:r>
          </a:p>
        </p:txBody>
      </p:sp>
      <p:sp>
        <p:nvSpPr>
          <p:cNvPr id="3" name="TextBox 2">
            <a:extLst>
              <a:ext uri="{FF2B5EF4-FFF2-40B4-BE49-F238E27FC236}">
                <a16:creationId xmlns:a16="http://schemas.microsoft.com/office/drawing/2014/main" id="{2C269D65-C48C-4736-9C2A-4FD04F3823C1}"/>
              </a:ext>
            </a:extLst>
          </p:cNvPr>
          <p:cNvSpPr txBox="1"/>
          <p:nvPr/>
        </p:nvSpPr>
        <p:spPr>
          <a:xfrm>
            <a:off x="3657600" y="1143000"/>
            <a:ext cx="1676400" cy="369332"/>
          </a:xfrm>
          <a:prstGeom prst="rect">
            <a:avLst/>
          </a:prstGeom>
          <a:noFill/>
        </p:spPr>
        <p:txBody>
          <a:bodyPr wrap="square" rtlCol="0">
            <a:spAutoFit/>
          </a:bodyPr>
          <a:lstStyle/>
          <a:p>
            <a:r>
              <a:rPr lang="en-US" b="1" dirty="0"/>
              <a:t>Login Scenario</a:t>
            </a:r>
          </a:p>
        </p:txBody>
      </p:sp>
      <p:sp>
        <p:nvSpPr>
          <p:cNvPr id="8" name="TextBox 7">
            <a:extLst>
              <a:ext uri="{FF2B5EF4-FFF2-40B4-BE49-F238E27FC236}">
                <a16:creationId xmlns:a16="http://schemas.microsoft.com/office/drawing/2014/main" id="{E39A12E9-5933-4999-AE72-43707E2571EE}"/>
              </a:ext>
            </a:extLst>
          </p:cNvPr>
          <p:cNvSpPr txBox="1"/>
          <p:nvPr/>
        </p:nvSpPr>
        <p:spPr>
          <a:xfrm>
            <a:off x="1524000" y="1493097"/>
            <a:ext cx="1600200" cy="369332"/>
          </a:xfrm>
          <a:prstGeom prst="rect">
            <a:avLst/>
          </a:prstGeom>
          <a:noFill/>
        </p:spPr>
        <p:txBody>
          <a:bodyPr wrap="square" rtlCol="0">
            <a:spAutoFit/>
          </a:bodyPr>
          <a:lstStyle/>
          <a:p>
            <a:r>
              <a:rPr lang="en-US" dirty="0"/>
              <a:t>Login Page</a:t>
            </a:r>
          </a:p>
        </p:txBody>
      </p:sp>
      <p:sp>
        <p:nvSpPr>
          <p:cNvPr id="9" name="TextBox 8">
            <a:extLst>
              <a:ext uri="{FF2B5EF4-FFF2-40B4-BE49-F238E27FC236}">
                <a16:creationId xmlns:a16="http://schemas.microsoft.com/office/drawing/2014/main" id="{0A0E731C-1103-4B46-A872-50678554EB3A}"/>
              </a:ext>
            </a:extLst>
          </p:cNvPr>
          <p:cNvSpPr txBox="1"/>
          <p:nvPr/>
        </p:nvSpPr>
        <p:spPr>
          <a:xfrm>
            <a:off x="6019800" y="1493097"/>
            <a:ext cx="1600200" cy="369332"/>
          </a:xfrm>
          <a:prstGeom prst="rect">
            <a:avLst/>
          </a:prstGeom>
          <a:noFill/>
        </p:spPr>
        <p:txBody>
          <a:bodyPr wrap="square" rtlCol="0">
            <a:spAutoFit/>
          </a:bodyPr>
          <a:lstStyle/>
          <a:p>
            <a:r>
              <a:rPr lang="en-US" dirty="0"/>
              <a:t>Profile Page</a:t>
            </a:r>
          </a:p>
        </p:txBody>
      </p:sp>
      <p:cxnSp>
        <p:nvCxnSpPr>
          <p:cNvPr id="13" name="Straight Arrow Connector 12">
            <a:extLst>
              <a:ext uri="{FF2B5EF4-FFF2-40B4-BE49-F238E27FC236}">
                <a16:creationId xmlns:a16="http://schemas.microsoft.com/office/drawing/2014/main" id="{67B2B74C-25D7-4F25-BACD-2221350CE15B}"/>
              </a:ext>
            </a:extLst>
          </p:cNvPr>
          <p:cNvCxnSpPr/>
          <p:nvPr/>
        </p:nvCxnSpPr>
        <p:spPr>
          <a:xfrm>
            <a:off x="4038600" y="3429000"/>
            <a:ext cx="533400"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56FE70B8-EF0C-7579-5C2E-F41E25937374}"/>
              </a:ext>
            </a:extLst>
          </p:cNvPr>
          <p:cNvPicPr>
            <a:picLocks noChangeAspect="1"/>
          </p:cNvPicPr>
          <p:nvPr/>
        </p:nvPicPr>
        <p:blipFill>
          <a:blip r:embed="rId2"/>
          <a:stretch>
            <a:fillRect/>
          </a:stretch>
        </p:blipFill>
        <p:spPr>
          <a:xfrm>
            <a:off x="228600" y="1972655"/>
            <a:ext cx="3784276" cy="2446944"/>
          </a:xfrm>
          <a:prstGeom prst="rect">
            <a:avLst/>
          </a:prstGeom>
        </p:spPr>
      </p:pic>
      <p:pic>
        <p:nvPicPr>
          <p:cNvPr id="11" name="Picture 10">
            <a:extLst>
              <a:ext uri="{FF2B5EF4-FFF2-40B4-BE49-F238E27FC236}">
                <a16:creationId xmlns:a16="http://schemas.microsoft.com/office/drawing/2014/main" id="{BF3DF473-AD1D-AC55-3EAA-3396ED66D94E}"/>
              </a:ext>
            </a:extLst>
          </p:cNvPr>
          <p:cNvPicPr>
            <a:picLocks noChangeAspect="1"/>
          </p:cNvPicPr>
          <p:nvPr/>
        </p:nvPicPr>
        <p:blipFill>
          <a:blip r:embed="rId3"/>
          <a:stretch>
            <a:fillRect/>
          </a:stretch>
        </p:blipFill>
        <p:spPr>
          <a:xfrm>
            <a:off x="4819584" y="2109545"/>
            <a:ext cx="4000631" cy="288602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3792" y="429005"/>
            <a:ext cx="3340735" cy="452120"/>
          </a:xfrm>
          <a:prstGeom prst="rect">
            <a:avLst/>
          </a:prstGeom>
        </p:spPr>
        <p:txBody>
          <a:bodyPr vert="horz" wrap="square" lIns="0" tIns="12065" rIns="0" bIns="0" rtlCol="0">
            <a:spAutoFit/>
          </a:bodyPr>
          <a:lstStyle/>
          <a:p>
            <a:pPr marL="12700">
              <a:lnSpc>
                <a:spcPct val="100000"/>
              </a:lnSpc>
              <a:spcBef>
                <a:spcPts val="95"/>
              </a:spcBef>
            </a:pPr>
            <a:r>
              <a:rPr spc="-70" dirty="0"/>
              <a:t>1</a:t>
            </a:r>
            <a:r>
              <a:rPr lang="en-US" spc="-70" dirty="0"/>
              <a:t>0</a:t>
            </a:r>
            <a:r>
              <a:rPr spc="-70" dirty="0"/>
              <a:t>. </a:t>
            </a:r>
            <a:r>
              <a:rPr spc="-5" dirty="0"/>
              <a:t>Prototype</a:t>
            </a:r>
            <a:r>
              <a:rPr spc="35" dirty="0"/>
              <a:t> </a:t>
            </a:r>
            <a:r>
              <a:rPr spc="-5" dirty="0"/>
              <a:t>Screen</a:t>
            </a:r>
          </a:p>
        </p:txBody>
      </p:sp>
      <p:sp>
        <p:nvSpPr>
          <p:cNvPr id="3" name="TextBox 2">
            <a:extLst>
              <a:ext uri="{FF2B5EF4-FFF2-40B4-BE49-F238E27FC236}">
                <a16:creationId xmlns:a16="http://schemas.microsoft.com/office/drawing/2014/main" id="{2C269D65-C48C-4736-9C2A-4FD04F3823C1}"/>
              </a:ext>
            </a:extLst>
          </p:cNvPr>
          <p:cNvSpPr txBox="1"/>
          <p:nvPr/>
        </p:nvSpPr>
        <p:spPr>
          <a:xfrm>
            <a:off x="3467100" y="1123765"/>
            <a:ext cx="2209800" cy="369332"/>
          </a:xfrm>
          <a:prstGeom prst="rect">
            <a:avLst/>
          </a:prstGeom>
          <a:noFill/>
        </p:spPr>
        <p:txBody>
          <a:bodyPr wrap="square" rtlCol="0">
            <a:spAutoFit/>
          </a:bodyPr>
          <a:lstStyle/>
          <a:p>
            <a:r>
              <a:rPr lang="en-US" b="1" dirty="0"/>
              <a:t>Registration Scenario</a:t>
            </a:r>
          </a:p>
        </p:txBody>
      </p:sp>
      <p:sp>
        <p:nvSpPr>
          <p:cNvPr id="8" name="TextBox 7">
            <a:extLst>
              <a:ext uri="{FF2B5EF4-FFF2-40B4-BE49-F238E27FC236}">
                <a16:creationId xmlns:a16="http://schemas.microsoft.com/office/drawing/2014/main" id="{E39A12E9-5933-4999-AE72-43707E2571EE}"/>
              </a:ext>
            </a:extLst>
          </p:cNvPr>
          <p:cNvSpPr txBox="1"/>
          <p:nvPr/>
        </p:nvSpPr>
        <p:spPr>
          <a:xfrm>
            <a:off x="742950" y="1493097"/>
            <a:ext cx="1796012" cy="369332"/>
          </a:xfrm>
          <a:prstGeom prst="rect">
            <a:avLst/>
          </a:prstGeom>
          <a:noFill/>
        </p:spPr>
        <p:txBody>
          <a:bodyPr wrap="square" rtlCol="0">
            <a:spAutoFit/>
          </a:bodyPr>
          <a:lstStyle/>
          <a:p>
            <a:r>
              <a:rPr lang="en-US" dirty="0"/>
              <a:t>Registration Page</a:t>
            </a:r>
          </a:p>
        </p:txBody>
      </p:sp>
      <p:sp>
        <p:nvSpPr>
          <p:cNvPr id="9" name="TextBox 8">
            <a:extLst>
              <a:ext uri="{FF2B5EF4-FFF2-40B4-BE49-F238E27FC236}">
                <a16:creationId xmlns:a16="http://schemas.microsoft.com/office/drawing/2014/main" id="{0A0E731C-1103-4B46-A872-50678554EB3A}"/>
              </a:ext>
            </a:extLst>
          </p:cNvPr>
          <p:cNvSpPr txBox="1"/>
          <p:nvPr/>
        </p:nvSpPr>
        <p:spPr>
          <a:xfrm>
            <a:off x="4762970" y="1548011"/>
            <a:ext cx="3200400" cy="369332"/>
          </a:xfrm>
          <a:prstGeom prst="rect">
            <a:avLst/>
          </a:prstGeom>
          <a:noFill/>
        </p:spPr>
        <p:txBody>
          <a:bodyPr wrap="square" rtlCol="0">
            <a:spAutoFit/>
          </a:bodyPr>
          <a:lstStyle/>
          <a:p>
            <a:r>
              <a:rPr lang="en-US" dirty="0"/>
              <a:t>Registration Confirmation Page</a:t>
            </a:r>
          </a:p>
        </p:txBody>
      </p:sp>
      <p:pic>
        <p:nvPicPr>
          <p:cNvPr id="12" name="Picture 11">
            <a:extLst>
              <a:ext uri="{FF2B5EF4-FFF2-40B4-BE49-F238E27FC236}">
                <a16:creationId xmlns:a16="http://schemas.microsoft.com/office/drawing/2014/main" id="{4AD4B0F8-E4E6-4ECE-AD4A-FAA4A6ECB17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26471"/>
          <a:stretch/>
        </p:blipFill>
        <p:spPr>
          <a:xfrm>
            <a:off x="4572000" y="1981200"/>
            <a:ext cx="4585384" cy="2438392"/>
          </a:xfrm>
          <a:prstGeom prst="rect">
            <a:avLst/>
          </a:prstGeom>
          <a:ln>
            <a:solidFill>
              <a:schemeClr val="tx1"/>
            </a:solidFill>
          </a:ln>
        </p:spPr>
      </p:pic>
      <p:cxnSp>
        <p:nvCxnSpPr>
          <p:cNvPr id="14" name="Straight Arrow Connector 13">
            <a:extLst>
              <a:ext uri="{FF2B5EF4-FFF2-40B4-BE49-F238E27FC236}">
                <a16:creationId xmlns:a16="http://schemas.microsoft.com/office/drawing/2014/main" id="{EE780F08-F0AB-4EB7-86EA-EE643D03B82E}"/>
              </a:ext>
            </a:extLst>
          </p:cNvPr>
          <p:cNvCxnSpPr/>
          <p:nvPr/>
        </p:nvCxnSpPr>
        <p:spPr>
          <a:xfrm>
            <a:off x="3886200" y="3429000"/>
            <a:ext cx="533400"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BBDB8E15-53E6-48E4-C561-C038D6506862}"/>
              </a:ext>
            </a:extLst>
          </p:cNvPr>
          <p:cNvPicPr>
            <a:picLocks noChangeAspect="1"/>
          </p:cNvPicPr>
          <p:nvPr/>
        </p:nvPicPr>
        <p:blipFill>
          <a:blip r:embed="rId3"/>
          <a:stretch>
            <a:fillRect/>
          </a:stretch>
        </p:blipFill>
        <p:spPr>
          <a:xfrm>
            <a:off x="113792" y="1956541"/>
            <a:ext cx="3620008" cy="2630224"/>
          </a:xfrm>
          <a:prstGeom prst="rect">
            <a:avLst/>
          </a:prstGeom>
        </p:spPr>
      </p:pic>
    </p:spTree>
    <p:extLst>
      <p:ext uri="{BB962C8B-B14F-4D97-AF65-F5344CB8AC3E}">
        <p14:creationId xmlns:p14="http://schemas.microsoft.com/office/powerpoint/2010/main" val="41684838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3792" y="429005"/>
            <a:ext cx="3340735" cy="452120"/>
          </a:xfrm>
          <a:prstGeom prst="rect">
            <a:avLst/>
          </a:prstGeom>
        </p:spPr>
        <p:txBody>
          <a:bodyPr vert="horz" wrap="square" lIns="0" tIns="12065" rIns="0" bIns="0" rtlCol="0">
            <a:spAutoFit/>
          </a:bodyPr>
          <a:lstStyle/>
          <a:p>
            <a:pPr marL="12700">
              <a:lnSpc>
                <a:spcPct val="100000"/>
              </a:lnSpc>
              <a:spcBef>
                <a:spcPts val="95"/>
              </a:spcBef>
            </a:pPr>
            <a:r>
              <a:rPr spc="-70" dirty="0"/>
              <a:t>1</a:t>
            </a:r>
            <a:r>
              <a:rPr lang="en-US" spc="-70" dirty="0"/>
              <a:t>0</a:t>
            </a:r>
            <a:r>
              <a:rPr spc="-70" dirty="0"/>
              <a:t>. </a:t>
            </a:r>
            <a:r>
              <a:rPr spc="-5" dirty="0"/>
              <a:t>Prototype</a:t>
            </a:r>
            <a:r>
              <a:rPr spc="35" dirty="0"/>
              <a:t> </a:t>
            </a:r>
            <a:r>
              <a:rPr spc="-5" dirty="0"/>
              <a:t>Screen</a:t>
            </a:r>
          </a:p>
        </p:txBody>
      </p:sp>
      <p:sp>
        <p:nvSpPr>
          <p:cNvPr id="3" name="TextBox 2">
            <a:extLst>
              <a:ext uri="{FF2B5EF4-FFF2-40B4-BE49-F238E27FC236}">
                <a16:creationId xmlns:a16="http://schemas.microsoft.com/office/drawing/2014/main" id="{2C269D65-C48C-4736-9C2A-4FD04F3823C1}"/>
              </a:ext>
            </a:extLst>
          </p:cNvPr>
          <p:cNvSpPr txBox="1"/>
          <p:nvPr/>
        </p:nvSpPr>
        <p:spPr>
          <a:xfrm>
            <a:off x="3257550" y="1123765"/>
            <a:ext cx="2628900" cy="369332"/>
          </a:xfrm>
          <a:prstGeom prst="rect">
            <a:avLst/>
          </a:prstGeom>
          <a:noFill/>
        </p:spPr>
        <p:txBody>
          <a:bodyPr wrap="square" rtlCol="0">
            <a:spAutoFit/>
          </a:bodyPr>
          <a:lstStyle/>
          <a:p>
            <a:r>
              <a:rPr lang="en-US" b="1" dirty="0"/>
              <a:t>Forgot Password Scenario</a:t>
            </a:r>
          </a:p>
        </p:txBody>
      </p:sp>
      <p:sp>
        <p:nvSpPr>
          <p:cNvPr id="8" name="TextBox 7">
            <a:extLst>
              <a:ext uri="{FF2B5EF4-FFF2-40B4-BE49-F238E27FC236}">
                <a16:creationId xmlns:a16="http://schemas.microsoft.com/office/drawing/2014/main" id="{E39A12E9-5933-4999-AE72-43707E2571EE}"/>
              </a:ext>
            </a:extLst>
          </p:cNvPr>
          <p:cNvSpPr txBox="1"/>
          <p:nvPr/>
        </p:nvSpPr>
        <p:spPr>
          <a:xfrm>
            <a:off x="742950" y="1493097"/>
            <a:ext cx="2286000" cy="369332"/>
          </a:xfrm>
          <a:prstGeom prst="rect">
            <a:avLst/>
          </a:prstGeom>
          <a:noFill/>
        </p:spPr>
        <p:txBody>
          <a:bodyPr wrap="square" rtlCol="0">
            <a:spAutoFit/>
          </a:bodyPr>
          <a:lstStyle/>
          <a:p>
            <a:r>
              <a:rPr lang="en-US" dirty="0"/>
              <a:t>Forgot Password Page</a:t>
            </a:r>
          </a:p>
        </p:txBody>
      </p:sp>
      <p:sp>
        <p:nvSpPr>
          <p:cNvPr id="9" name="TextBox 8">
            <a:extLst>
              <a:ext uri="{FF2B5EF4-FFF2-40B4-BE49-F238E27FC236}">
                <a16:creationId xmlns:a16="http://schemas.microsoft.com/office/drawing/2014/main" id="{0A0E731C-1103-4B46-A872-50678554EB3A}"/>
              </a:ext>
            </a:extLst>
          </p:cNvPr>
          <p:cNvSpPr txBox="1"/>
          <p:nvPr/>
        </p:nvSpPr>
        <p:spPr>
          <a:xfrm>
            <a:off x="4762970" y="1548011"/>
            <a:ext cx="3638080" cy="369332"/>
          </a:xfrm>
          <a:prstGeom prst="rect">
            <a:avLst/>
          </a:prstGeom>
          <a:noFill/>
        </p:spPr>
        <p:txBody>
          <a:bodyPr wrap="square" rtlCol="0">
            <a:spAutoFit/>
          </a:bodyPr>
          <a:lstStyle/>
          <a:p>
            <a:r>
              <a:rPr lang="en-US" dirty="0"/>
              <a:t>Forgot Password Confirmation Page</a:t>
            </a:r>
          </a:p>
        </p:txBody>
      </p:sp>
      <p:cxnSp>
        <p:nvCxnSpPr>
          <p:cNvPr id="14" name="Straight Arrow Connector 13">
            <a:extLst>
              <a:ext uri="{FF2B5EF4-FFF2-40B4-BE49-F238E27FC236}">
                <a16:creationId xmlns:a16="http://schemas.microsoft.com/office/drawing/2014/main" id="{EE780F08-F0AB-4EB7-86EA-EE643D03B82E}"/>
              </a:ext>
            </a:extLst>
          </p:cNvPr>
          <p:cNvCxnSpPr/>
          <p:nvPr/>
        </p:nvCxnSpPr>
        <p:spPr>
          <a:xfrm>
            <a:off x="4229570" y="3124200"/>
            <a:ext cx="533400"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D0DE9EC3-89B7-4098-8592-8607C41E509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32471"/>
          <a:stretch/>
        </p:blipFill>
        <p:spPr>
          <a:xfrm>
            <a:off x="4762970" y="2260750"/>
            <a:ext cx="4388352" cy="1726900"/>
          </a:xfrm>
          <a:prstGeom prst="rect">
            <a:avLst/>
          </a:prstGeom>
          <a:ln>
            <a:solidFill>
              <a:schemeClr val="tx1"/>
            </a:solidFill>
          </a:ln>
        </p:spPr>
      </p:pic>
      <p:pic>
        <p:nvPicPr>
          <p:cNvPr id="6" name="Picture 5">
            <a:extLst>
              <a:ext uri="{FF2B5EF4-FFF2-40B4-BE49-F238E27FC236}">
                <a16:creationId xmlns:a16="http://schemas.microsoft.com/office/drawing/2014/main" id="{524D43AE-7C4A-AE60-3818-48FB64C21670}"/>
              </a:ext>
            </a:extLst>
          </p:cNvPr>
          <p:cNvPicPr>
            <a:picLocks noChangeAspect="1"/>
          </p:cNvPicPr>
          <p:nvPr/>
        </p:nvPicPr>
        <p:blipFill>
          <a:blip r:embed="rId3"/>
          <a:stretch>
            <a:fillRect/>
          </a:stretch>
        </p:blipFill>
        <p:spPr>
          <a:xfrm>
            <a:off x="113793" y="2105070"/>
            <a:ext cx="4001008" cy="2228550"/>
          </a:xfrm>
          <a:prstGeom prst="rect">
            <a:avLst/>
          </a:prstGeom>
        </p:spPr>
      </p:pic>
    </p:spTree>
    <p:extLst>
      <p:ext uri="{BB962C8B-B14F-4D97-AF65-F5344CB8AC3E}">
        <p14:creationId xmlns:p14="http://schemas.microsoft.com/office/powerpoint/2010/main" val="9642450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3792" y="429005"/>
            <a:ext cx="3340735" cy="452120"/>
          </a:xfrm>
          <a:prstGeom prst="rect">
            <a:avLst/>
          </a:prstGeom>
        </p:spPr>
        <p:txBody>
          <a:bodyPr vert="horz" wrap="square" lIns="0" tIns="12065" rIns="0" bIns="0" rtlCol="0">
            <a:spAutoFit/>
          </a:bodyPr>
          <a:lstStyle/>
          <a:p>
            <a:pPr marL="12700">
              <a:lnSpc>
                <a:spcPct val="100000"/>
              </a:lnSpc>
              <a:spcBef>
                <a:spcPts val="95"/>
              </a:spcBef>
            </a:pPr>
            <a:r>
              <a:rPr spc="-70" dirty="0"/>
              <a:t>1</a:t>
            </a:r>
            <a:r>
              <a:rPr lang="en-US" spc="-70" dirty="0"/>
              <a:t>0</a:t>
            </a:r>
            <a:r>
              <a:rPr spc="-70" dirty="0"/>
              <a:t>. </a:t>
            </a:r>
            <a:r>
              <a:rPr spc="-5" dirty="0"/>
              <a:t>Prototype</a:t>
            </a:r>
            <a:r>
              <a:rPr spc="35" dirty="0"/>
              <a:t> </a:t>
            </a:r>
            <a:r>
              <a:rPr spc="-5" dirty="0"/>
              <a:t>Screen</a:t>
            </a:r>
          </a:p>
        </p:txBody>
      </p:sp>
      <p:sp>
        <p:nvSpPr>
          <p:cNvPr id="3" name="TextBox 2">
            <a:extLst>
              <a:ext uri="{FF2B5EF4-FFF2-40B4-BE49-F238E27FC236}">
                <a16:creationId xmlns:a16="http://schemas.microsoft.com/office/drawing/2014/main" id="{2C269D65-C48C-4736-9C2A-4FD04F3823C1}"/>
              </a:ext>
            </a:extLst>
          </p:cNvPr>
          <p:cNvSpPr txBox="1"/>
          <p:nvPr/>
        </p:nvSpPr>
        <p:spPr>
          <a:xfrm>
            <a:off x="3419475" y="1123765"/>
            <a:ext cx="2152650" cy="369332"/>
          </a:xfrm>
          <a:prstGeom prst="rect">
            <a:avLst/>
          </a:prstGeom>
          <a:noFill/>
        </p:spPr>
        <p:txBody>
          <a:bodyPr wrap="square" rtlCol="0">
            <a:spAutoFit/>
          </a:bodyPr>
          <a:lstStyle/>
          <a:p>
            <a:r>
              <a:rPr lang="en-US" b="1" dirty="0"/>
              <a:t>Edit Profile Scenario</a:t>
            </a:r>
          </a:p>
        </p:txBody>
      </p:sp>
      <p:sp>
        <p:nvSpPr>
          <p:cNvPr id="8" name="TextBox 7">
            <a:extLst>
              <a:ext uri="{FF2B5EF4-FFF2-40B4-BE49-F238E27FC236}">
                <a16:creationId xmlns:a16="http://schemas.microsoft.com/office/drawing/2014/main" id="{E39A12E9-5933-4999-AE72-43707E2571EE}"/>
              </a:ext>
            </a:extLst>
          </p:cNvPr>
          <p:cNvSpPr txBox="1"/>
          <p:nvPr/>
        </p:nvSpPr>
        <p:spPr>
          <a:xfrm>
            <a:off x="1295400" y="1485868"/>
            <a:ext cx="1390650" cy="369332"/>
          </a:xfrm>
          <a:prstGeom prst="rect">
            <a:avLst/>
          </a:prstGeom>
          <a:noFill/>
        </p:spPr>
        <p:txBody>
          <a:bodyPr wrap="square" rtlCol="0">
            <a:spAutoFit/>
          </a:bodyPr>
          <a:lstStyle/>
          <a:p>
            <a:r>
              <a:rPr lang="en-US" dirty="0"/>
              <a:t>Profile Page</a:t>
            </a:r>
          </a:p>
        </p:txBody>
      </p:sp>
      <p:sp>
        <p:nvSpPr>
          <p:cNvPr id="9" name="TextBox 8">
            <a:extLst>
              <a:ext uri="{FF2B5EF4-FFF2-40B4-BE49-F238E27FC236}">
                <a16:creationId xmlns:a16="http://schemas.microsoft.com/office/drawing/2014/main" id="{0A0E731C-1103-4B46-A872-50678554EB3A}"/>
              </a:ext>
            </a:extLst>
          </p:cNvPr>
          <p:cNvSpPr txBox="1"/>
          <p:nvPr/>
        </p:nvSpPr>
        <p:spPr>
          <a:xfrm>
            <a:off x="5648813" y="1534325"/>
            <a:ext cx="1694982" cy="369332"/>
          </a:xfrm>
          <a:prstGeom prst="rect">
            <a:avLst/>
          </a:prstGeom>
          <a:noFill/>
        </p:spPr>
        <p:txBody>
          <a:bodyPr wrap="square" rtlCol="0">
            <a:spAutoFit/>
          </a:bodyPr>
          <a:lstStyle/>
          <a:p>
            <a:r>
              <a:rPr lang="en-US" dirty="0"/>
              <a:t>Edit Profile Page</a:t>
            </a:r>
          </a:p>
        </p:txBody>
      </p:sp>
      <p:cxnSp>
        <p:nvCxnSpPr>
          <p:cNvPr id="14" name="Straight Arrow Connector 13">
            <a:extLst>
              <a:ext uri="{FF2B5EF4-FFF2-40B4-BE49-F238E27FC236}">
                <a16:creationId xmlns:a16="http://schemas.microsoft.com/office/drawing/2014/main" id="{EE780F08-F0AB-4EB7-86EA-EE643D03B82E}"/>
              </a:ext>
            </a:extLst>
          </p:cNvPr>
          <p:cNvCxnSpPr/>
          <p:nvPr/>
        </p:nvCxnSpPr>
        <p:spPr>
          <a:xfrm>
            <a:off x="4050437" y="3429000"/>
            <a:ext cx="533400"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707F9899-2D54-38FB-DAB0-68D715B2E60F}"/>
              </a:ext>
            </a:extLst>
          </p:cNvPr>
          <p:cNvPicPr>
            <a:picLocks noChangeAspect="1"/>
          </p:cNvPicPr>
          <p:nvPr/>
        </p:nvPicPr>
        <p:blipFill>
          <a:blip r:embed="rId2"/>
          <a:stretch>
            <a:fillRect/>
          </a:stretch>
        </p:blipFill>
        <p:spPr>
          <a:xfrm>
            <a:off x="425657" y="1897740"/>
            <a:ext cx="3608283" cy="2597245"/>
          </a:xfrm>
          <a:prstGeom prst="rect">
            <a:avLst/>
          </a:prstGeom>
        </p:spPr>
      </p:pic>
      <p:pic>
        <p:nvPicPr>
          <p:cNvPr id="10" name="Picture 9">
            <a:extLst>
              <a:ext uri="{FF2B5EF4-FFF2-40B4-BE49-F238E27FC236}">
                <a16:creationId xmlns:a16="http://schemas.microsoft.com/office/drawing/2014/main" id="{DB2E4B49-FF11-A208-98E5-CD44BDA91C44}"/>
              </a:ext>
            </a:extLst>
          </p:cNvPr>
          <p:cNvPicPr>
            <a:picLocks noChangeAspect="1"/>
          </p:cNvPicPr>
          <p:nvPr/>
        </p:nvPicPr>
        <p:blipFill>
          <a:blip r:embed="rId3"/>
          <a:stretch>
            <a:fillRect/>
          </a:stretch>
        </p:blipFill>
        <p:spPr>
          <a:xfrm>
            <a:off x="4648200" y="2067800"/>
            <a:ext cx="4120892" cy="2722399"/>
          </a:xfrm>
          <a:prstGeom prst="rect">
            <a:avLst/>
          </a:prstGeom>
        </p:spPr>
      </p:pic>
    </p:spTree>
    <p:extLst>
      <p:ext uri="{BB962C8B-B14F-4D97-AF65-F5344CB8AC3E}">
        <p14:creationId xmlns:p14="http://schemas.microsoft.com/office/powerpoint/2010/main" val="7385891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3792" y="429005"/>
            <a:ext cx="3340735" cy="452120"/>
          </a:xfrm>
          <a:prstGeom prst="rect">
            <a:avLst/>
          </a:prstGeom>
        </p:spPr>
        <p:txBody>
          <a:bodyPr vert="horz" wrap="square" lIns="0" tIns="12065" rIns="0" bIns="0" rtlCol="0">
            <a:spAutoFit/>
          </a:bodyPr>
          <a:lstStyle/>
          <a:p>
            <a:pPr marL="12700">
              <a:lnSpc>
                <a:spcPct val="100000"/>
              </a:lnSpc>
              <a:spcBef>
                <a:spcPts val="95"/>
              </a:spcBef>
            </a:pPr>
            <a:r>
              <a:rPr spc="-70" dirty="0"/>
              <a:t>1</a:t>
            </a:r>
            <a:r>
              <a:rPr lang="en-US" spc="-70" dirty="0"/>
              <a:t>0</a:t>
            </a:r>
            <a:r>
              <a:rPr spc="-70" dirty="0"/>
              <a:t>. </a:t>
            </a:r>
            <a:r>
              <a:rPr spc="-5" dirty="0"/>
              <a:t>Prototype</a:t>
            </a:r>
            <a:r>
              <a:rPr spc="35" dirty="0"/>
              <a:t> </a:t>
            </a:r>
            <a:r>
              <a:rPr spc="-5" dirty="0"/>
              <a:t>Screen</a:t>
            </a:r>
          </a:p>
        </p:txBody>
      </p:sp>
      <p:sp>
        <p:nvSpPr>
          <p:cNvPr id="3" name="TextBox 2">
            <a:extLst>
              <a:ext uri="{FF2B5EF4-FFF2-40B4-BE49-F238E27FC236}">
                <a16:creationId xmlns:a16="http://schemas.microsoft.com/office/drawing/2014/main" id="{2C269D65-C48C-4736-9C2A-4FD04F3823C1}"/>
              </a:ext>
            </a:extLst>
          </p:cNvPr>
          <p:cNvSpPr txBox="1"/>
          <p:nvPr/>
        </p:nvSpPr>
        <p:spPr>
          <a:xfrm>
            <a:off x="3419475" y="1123765"/>
            <a:ext cx="2229338" cy="369332"/>
          </a:xfrm>
          <a:prstGeom prst="rect">
            <a:avLst/>
          </a:prstGeom>
          <a:noFill/>
        </p:spPr>
        <p:txBody>
          <a:bodyPr wrap="square" rtlCol="0">
            <a:spAutoFit/>
          </a:bodyPr>
          <a:lstStyle/>
          <a:p>
            <a:r>
              <a:rPr lang="en-US" b="1" dirty="0"/>
              <a:t>Search User Scenario</a:t>
            </a:r>
          </a:p>
        </p:txBody>
      </p:sp>
      <p:sp>
        <p:nvSpPr>
          <p:cNvPr id="8" name="TextBox 7">
            <a:extLst>
              <a:ext uri="{FF2B5EF4-FFF2-40B4-BE49-F238E27FC236}">
                <a16:creationId xmlns:a16="http://schemas.microsoft.com/office/drawing/2014/main" id="{E39A12E9-5933-4999-AE72-43707E2571EE}"/>
              </a:ext>
            </a:extLst>
          </p:cNvPr>
          <p:cNvSpPr txBox="1"/>
          <p:nvPr/>
        </p:nvSpPr>
        <p:spPr>
          <a:xfrm>
            <a:off x="1295400" y="1485868"/>
            <a:ext cx="1905000" cy="369332"/>
          </a:xfrm>
          <a:prstGeom prst="rect">
            <a:avLst/>
          </a:prstGeom>
          <a:noFill/>
        </p:spPr>
        <p:txBody>
          <a:bodyPr wrap="square" rtlCol="0">
            <a:spAutoFit/>
          </a:bodyPr>
          <a:lstStyle/>
          <a:p>
            <a:r>
              <a:rPr lang="en-US" dirty="0"/>
              <a:t>Search User Page</a:t>
            </a:r>
          </a:p>
        </p:txBody>
      </p:sp>
      <p:sp>
        <p:nvSpPr>
          <p:cNvPr id="9" name="TextBox 8">
            <a:extLst>
              <a:ext uri="{FF2B5EF4-FFF2-40B4-BE49-F238E27FC236}">
                <a16:creationId xmlns:a16="http://schemas.microsoft.com/office/drawing/2014/main" id="{0A0E731C-1103-4B46-A872-50678554EB3A}"/>
              </a:ext>
            </a:extLst>
          </p:cNvPr>
          <p:cNvSpPr txBox="1"/>
          <p:nvPr/>
        </p:nvSpPr>
        <p:spPr>
          <a:xfrm>
            <a:off x="5648812" y="1534325"/>
            <a:ext cx="2656987" cy="369332"/>
          </a:xfrm>
          <a:prstGeom prst="rect">
            <a:avLst/>
          </a:prstGeom>
          <a:noFill/>
        </p:spPr>
        <p:txBody>
          <a:bodyPr wrap="square" rtlCol="0">
            <a:spAutoFit/>
          </a:bodyPr>
          <a:lstStyle/>
          <a:p>
            <a:r>
              <a:rPr lang="en-US" dirty="0"/>
              <a:t>Public Profile View Page</a:t>
            </a:r>
          </a:p>
        </p:txBody>
      </p:sp>
      <p:cxnSp>
        <p:nvCxnSpPr>
          <p:cNvPr id="14" name="Straight Arrow Connector 13">
            <a:extLst>
              <a:ext uri="{FF2B5EF4-FFF2-40B4-BE49-F238E27FC236}">
                <a16:creationId xmlns:a16="http://schemas.microsoft.com/office/drawing/2014/main" id="{EE780F08-F0AB-4EB7-86EA-EE643D03B82E}"/>
              </a:ext>
            </a:extLst>
          </p:cNvPr>
          <p:cNvCxnSpPr/>
          <p:nvPr/>
        </p:nvCxnSpPr>
        <p:spPr>
          <a:xfrm>
            <a:off x="4114800" y="3429000"/>
            <a:ext cx="533400"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C57F93E3-840F-37BD-F19E-F52135CCAE28}"/>
              </a:ext>
            </a:extLst>
          </p:cNvPr>
          <p:cNvPicPr>
            <a:picLocks noChangeAspect="1"/>
          </p:cNvPicPr>
          <p:nvPr/>
        </p:nvPicPr>
        <p:blipFill>
          <a:blip r:embed="rId2"/>
          <a:stretch>
            <a:fillRect/>
          </a:stretch>
        </p:blipFill>
        <p:spPr>
          <a:xfrm>
            <a:off x="102008" y="2077415"/>
            <a:ext cx="3922407" cy="2265985"/>
          </a:xfrm>
          <a:prstGeom prst="rect">
            <a:avLst/>
          </a:prstGeom>
        </p:spPr>
      </p:pic>
      <p:pic>
        <p:nvPicPr>
          <p:cNvPr id="11" name="Picture 10">
            <a:extLst>
              <a:ext uri="{FF2B5EF4-FFF2-40B4-BE49-F238E27FC236}">
                <a16:creationId xmlns:a16="http://schemas.microsoft.com/office/drawing/2014/main" id="{FAF9B353-709D-A43B-4595-D86DD087D2C0}"/>
              </a:ext>
            </a:extLst>
          </p:cNvPr>
          <p:cNvPicPr>
            <a:picLocks noChangeAspect="1"/>
          </p:cNvPicPr>
          <p:nvPr/>
        </p:nvPicPr>
        <p:blipFill>
          <a:blip r:embed="rId3"/>
          <a:stretch>
            <a:fillRect/>
          </a:stretch>
        </p:blipFill>
        <p:spPr>
          <a:xfrm>
            <a:off x="4953000" y="1944885"/>
            <a:ext cx="3599203" cy="2613120"/>
          </a:xfrm>
          <a:prstGeom prst="rect">
            <a:avLst/>
          </a:prstGeom>
        </p:spPr>
      </p:pic>
    </p:spTree>
    <p:extLst>
      <p:ext uri="{BB962C8B-B14F-4D97-AF65-F5344CB8AC3E}">
        <p14:creationId xmlns:p14="http://schemas.microsoft.com/office/powerpoint/2010/main" val="4969807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3792" y="429005"/>
            <a:ext cx="2707640" cy="452120"/>
          </a:xfrm>
          <a:prstGeom prst="rect">
            <a:avLst/>
          </a:prstGeom>
        </p:spPr>
        <p:txBody>
          <a:bodyPr vert="horz" wrap="square" lIns="0" tIns="12065" rIns="0" bIns="0" rtlCol="0">
            <a:spAutoFit/>
          </a:bodyPr>
          <a:lstStyle/>
          <a:p>
            <a:pPr marL="12700">
              <a:lnSpc>
                <a:spcPct val="100000"/>
              </a:lnSpc>
              <a:spcBef>
                <a:spcPts val="95"/>
              </a:spcBef>
            </a:pPr>
            <a:r>
              <a:rPr spc="-5" dirty="0"/>
              <a:t>1</a:t>
            </a:r>
            <a:r>
              <a:rPr lang="en-US" spc="-5" dirty="0"/>
              <a:t>1</a:t>
            </a:r>
            <a:r>
              <a:rPr spc="-5" dirty="0"/>
              <a:t>. Usability</a:t>
            </a:r>
            <a:r>
              <a:rPr spc="-80" dirty="0"/>
              <a:t> </a:t>
            </a:r>
            <a:r>
              <a:rPr spc="-85" dirty="0"/>
              <a:t>Test</a:t>
            </a:r>
          </a:p>
        </p:txBody>
      </p:sp>
      <p:sp>
        <p:nvSpPr>
          <p:cNvPr id="5" name="TextBox 4">
            <a:extLst>
              <a:ext uri="{FF2B5EF4-FFF2-40B4-BE49-F238E27FC236}">
                <a16:creationId xmlns:a16="http://schemas.microsoft.com/office/drawing/2014/main" id="{6B6ACB3C-0EAE-452F-B9F7-BE3ED376ACA1}"/>
              </a:ext>
            </a:extLst>
          </p:cNvPr>
          <p:cNvSpPr txBox="1"/>
          <p:nvPr/>
        </p:nvSpPr>
        <p:spPr>
          <a:xfrm>
            <a:off x="113792" y="1143000"/>
            <a:ext cx="8610600" cy="369332"/>
          </a:xfrm>
          <a:prstGeom prst="rect">
            <a:avLst/>
          </a:prstGeom>
          <a:noFill/>
        </p:spPr>
        <p:txBody>
          <a:bodyPr wrap="square" rtlCol="0">
            <a:spAutoFit/>
          </a:bodyPr>
          <a:lstStyle/>
          <a:p>
            <a:r>
              <a:rPr lang="en-US" b="1" dirty="0"/>
              <a:t>Registration Usability Test</a:t>
            </a:r>
          </a:p>
        </p:txBody>
      </p:sp>
      <p:pic>
        <p:nvPicPr>
          <p:cNvPr id="7" name="Picture 6">
            <a:extLst>
              <a:ext uri="{FF2B5EF4-FFF2-40B4-BE49-F238E27FC236}">
                <a16:creationId xmlns:a16="http://schemas.microsoft.com/office/drawing/2014/main" id="{D82EC29F-28C5-425A-8E41-196007AD3031}"/>
              </a:ext>
            </a:extLst>
          </p:cNvPr>
          <p:cNvPicPr>
            <a:picLocks noChangeAspect="1"/>
          </p:cNvPicPr>
          <p:nvPr/>
        </p:nvPicPr>
        <p:blipFill>
          <a:blip r:embed="rId2"/>
          <a:stretch>
            <a:fillRect/>
          </a:stretch>
        </p:blipFill>
        <p:spPr>
          <a:xfrm>
            <a:off x="228600" y="1595267"/>
            <a:ext cx="8001000" cy="1833733"/>
          </a:xfrm>
          <a:prstGeom prst="rect">
            <a:avLst/>
          </a:prstGeom>
          <a:ln>
            <a:solidFill>
              <a:schemeClr val="tx1"/>
            </a:solidFill>
          </a:ln>
        </p:spPr>
      </p:pic>
      <p:sp>
        <p:nvSpPr>
          <p:cNvPr id="8" name="TextBox 7">
            <a:extLst>
              <a:ext uri="{FF2B5EF4-FFF2-40B4-BE49-F238E27FC236}">
                <a16:creationId xmlns:a16="http://schemas.microsoft.com/office/drawing/2014/main" id="{C626CDA9-A242-4A70-A615-C46683DE6B63}"/>
              </a:ext>
            </a:extLst>
          </p:cNvPr>
          <p:cNvSpPr txBox="1"/>
          <p:nvPr/>
        </p:nvSpPr>
        <p:spPr>
          <a:xfrm>
            <a:off x="113792" y="3657600"/>
            <a:ext cx="8610600" cy="369332"/>
          </a:xfrm>
          <a:prstGeom prst="rect">
            <a:avLst/>
          </a:prstGeom>
          <a:noFill/>
        </p:spPr>
        <p:txBody>
          <a:bodyPr wrap="square" rtlCol="0">
            <a:spAutoFit/>
          </a:bodyPr>
          <a:lstStyle/>
          <a:p>
            <a:r>
              <a:rPr lang="en-US" b="1" dirty="0"/>
              <a:t>Login Usability Test</a:t>
            </a:r>
          </a:p>
        </p:txBody>
      </p:sp>
      <p:pic>
        <p:nvPicPr>
          <p:cNvPr id="10" name="Picture 9">
            <a:extLst>
              <a:ext uri="{FF2B5EF4-FFF2-40B4-BE49-F238E27FC236}">
                <a16:creationId xmlns:a16="http://schemas.microsoft.com/office/drawing/2014/main" id="{9D556D36-7D25-4823-90AD-81B039DF7AC7}"/>
              </a:ext>
            </a:extLst>
          </p:cNvPr>
          <p:cNvPicPr>
            <a:picLocks noChangeAspect="1"/>
          </p:cNvPicPr>
          <p:nvPr/>
        </p:nvPicPr>
        <p:blipFill>
          <a:blip r:embed="rId3"/>
          <a:stretch>
            <a:fillRect/>
          </a:stretch>
        </p:blipFill>
        <p:spPr>
          <a:xfrm>
            <a:off x="239697" y="4114800"/>
            <a:ext cx="8001000" cy="1747839"/>
          </a:xfrm>
          <a:prstGeom prst="rect">
            <a:avLst/>
          </a:prstGeom>
          <a:ln>
            <a:solidFill>
              <a:schemeClr val="tx1"/>
            </a:solid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3792" y="429005"/>
            <a:ext cx="2707640" cy="452120"/>
          </a:xfrm>
          <a:prstGeom prst="rect">
            <a:avLst/>
          </a:prstGeom>
        </p:spPr>
        <p:txBody>
          <a:bodyPr vert="horz" wrap="square" lIns="0" tIns="12065" rIns="0" bIns="0" rtlCol="0">
            <a:spAutoFit/>
          </a:bodyPr>
          <a:lstStyle/>
          <a:p>
            <a:pPr marL="12700">
              <a:lnSpc>
                <a:spcPct val="100000"/>
              </a:lnSpc>
              <a:spcBef>
                <a:spcPts val="95"/>
              </a:spcBef>
            </a:pPr>
            <a:r>
              <a:rPr spc="-5" dirty="0"/>
              <a:t>1</a:t>
            </a:r>
            <a:r>
              <a:rPr lang="en-US" spc="-5" dirty="0"/>
              <a:t>1</a:t>
            </a:r>
            <a:r>
              <a:rPr spc="-5" dirty="0"/>
              <a:t>. Usability</a:t>
            </a:r>
            <a:r>
              <a:rPr spc="-80" dirty="0"/>
              <a:t> </a:t>
            </a:r>
            <a:r>
              <a:rPr spc="-85" dirty="0"/>
              <a:t>Test</a:t>
            </a:r>
          </a:p>
        </p:txBody>
      </p:sp>
      <p:sp>
        <p:nvSpPr>
          <p:cNvPr id="5" name="TextBox 4">
            <a:extLst>
              <a:ext uri="{FF2B5EF4-FFF2-40B4-BE49-F238E27FC236}">
                <a16:creationId xmlns:a16="http://schemas.microsoft.com/office/drawing/2014/main" id="{6B6ACB3C-0EAE-452F-B9F7-BE3ED376ACA1}"/>
              </a:ext>
            </a:extLst>
          </p:cNvPr>
          <p:cNvSpPr txBox="1"/>
          <p:nvPr/>
        </p:nvSpPr>
        <p:spPr>
          <a:xfrm>
            <a:off x="113792" y="1143000"/>
            <a:ext cx="8610600" cy="369332"/>
          </a:xfrm>
          <a:prstGeom prst="rect">
            <a:avLst/>
          </a:prstGeom>
          <a:noFill/>
        </p:spPr>
        <p:txBody>
          <a:bodyPr wrap="square" rtlCol="0">
            <a:spAutoFit/>
          </a:bodyPr>
          <a:lstStyle/>
          <a:p>
            <a:r>
              <a:rPr lang="en-US" b="1" dirty="0"/>
              <a:t>Forgot Password Usability Test</a:t>
            </a:r>
          </a:p>
        </p:txBody>
      </p:sp>
      <p:sp>
        <p:nvSpPr>
          <p:cNvPr id="8" name="TextBox 7">
            <a:extLst>
              <a:ext uri="{FF2B5EF4-FFF2-40B4-BE49-F238E27FC236}">
                <a16:creationId xmlns:a16="http://schemas.microsoft.com/office/drawing/2014/main" id="{C626CDA9-A242-4A70-A615-C46683DE6B63}"/>
              </a:ext>
            </a:extLst>
          </p:cNvPr>
          <p:cNvSpPr txBox="1"/>
          <p:nvPr/>
        </p:nvSpPr>
        <p:spPr>
          <a:xfrm>
            <a:off x="113792" y="3657600"/>
            <a:ext cx="8610600" cy="369332"/>
          </a:xfrm>
          <a:prstGeom prst="rect">
            <a:avLst/>
          </a:prstGeom>
          <a:noFill/>
        </p:spPr>
        <p:txBody>
          <a:bodyPr wrap="square" rtlCol="0">
            <a:spAutoFit/>
          </a:bodyPr>
          <a:lstStyle/>
          <a:p>
            <a:r>
              <a:rPr lang="en-US" b="1" dirty="0"/>
              <a:t>Edit Profile Usability Test</a:t>
            </a:r>
          </a:p>
        </p:txBody>
      </p:sp>
      <p:pic>
        <p:nvPicPr>
          <p:cNvPr id="4" name="Picture 3">
            <a:extLst>
              <a:ext uri="{FF2B5EF4-FFF2-40B4-BE49-F238E27FC236}">
                <a16:creationId xmlns:a16="http://schemas.microsoft.com/office/drawing/2014/main" id="{14184C18-BF85-4255-BC25-40ED4DF09AC8}"/>
              </a:ext>
            </a:extLst>
          </p:cNvPr>
          <p:cNvPicPr>
            <a:picLocks noChangeAspect="1"/>
          </p:cNvPicPr>
          <p:nvPr/>
        </p:nvPicPr>
        <p:blipFill>
          <a:blip r:embed="rId2"/>
          <a:stretch>
            <a:fillRect/>
          </a:stretch>
        </p:blipFill>
        <p:spPr>
          <a:xfrm>
            <a:off x="228600" y="1600200"/>
            <a:ext cx="8001000" cy="1828800"/>
          </a:xfrm>
          <a:prstGeom prst="rect">
            <a:avLst/>
          </a:prstGeom>
          <a:ln>
            <a:solidFill>
              <a:schemeClr val="tx1"/>
            </a:solidFill>
          </a:ln>
        </p:spPr>
      </p:pic>
      <p:pic>
        <p:nvPicPr>
          <p:cNvPr id="9" name="Picture 8">
            <a:extLst>
              <a:ext uri="{FF2B5EF4-FFF2-40B4-BE49-F238E27FC236}">
                <a16:creationId xmlns:a16="http://schemas.microsoft.com/office/drawing/2014/main" id="{3C4E1299-E12A-41DD-81C7-0F6DA743A640}"/>
              </a:ext>
            </a:extLst>
          </p:cNvPr>
          <p:cNvPicPr>
            <a:picLocks noChangeAspect="1"/>
          </p:cNvPicPr>
          <p:nvPr/>
        </p:nvPicPr>
        <p:blipFill>
          <a:blip r:embed="rId3"/>
          <a:stretch>
            <a:fillRect/>
          </a:stretch>
        </p:blipFill>
        <p:spPr>
          <a:xfrm>
            <a:off x="228600" y="4156490"/>
            <a:ext cx="8001000" cy="1973541"/>
          </a:xfrm>
          <a:prstGeom prst="rect">
            <a:avLst/>
          </a:prstGeom>
          <a:ln>
            <a:solidFill>
              <a:schemeClr val="tx1"/>
            </a:solidFill>
          </a:ln>
        </p:spPr>
      </p:pic>
    </p:spTree>
    <p:extLst>
      <p:ext uri="{BB962C8B-B14F-4D97-AF65-F5344CB8AC3E}">
        <p14:creationId xmlns:p14="http://schemas.microsoft.com/office/powerpoint/2010/main" val="41870262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3792" y="429005"/>
            <a:ext cx="2707640" cy="452120"/>
          </a:xfrm>
          <a:prstGeom prst="rect">
            <a:avLst/>
          </a:prstGeom>
        </p:spPr>
        <p:txBody>
          <a:bodyPr vert="horz" wrap="square" lIns="0" tIns="12065" rIns="0" bIns="0" rtlCol="0">
            <a:spAutoFit/>
          </a:bodyPr>
          <a:lstStyle/>
          <a:p>
            <a:pPr marL="12700">
              <a:lnSpc>
                <a:spcPct val="100000"/>
              </a:lnSpc>
              <a:spcBef>
                <a:spcPts val="95"/>
              </a:spcBef>
            </a:pPr>
            <a:r>
              <a:rPr spc="-5" dirty="0"/>
              <a:t>1</a:t>
            </a:r>
            <a:r>
              <a:rPr lang="en-US" spc="-5" dirty="0"/>
              <a:t>1</a:t>
            </a:r>
            <a:r>
              <a:rPr spc="-5" dirty="0"/>
              <a:t>. Usability</a:t>
            </a:r>
            <a:r>
              <a:rPr spc="-80" dirty="0"/>
              <a:t> </a:t>
            </a:r>
            <a:r>
              <a:rPr spc="-85" dirty="0"/>
              <a:t>Test</a:t>
            </a:r>
          </a:p>
        </p:txBody>
      </p:sp>
      <p:sp>
        <p:nvSpPr>
          <p:cNvPr id="5" name="TextBox 4">
            <a:extLst>
              <a:ext uri="{FF2B5EF4-FFF2-40B4-BE49-F238E27FC236}">
                <a16:creationId xmlns:a16="http://schemas.microsoft.com/office/drawing/2014/main" id="{6B6ACB3C-0EAE-452F-B9F7-BE3ED376ACA1}"/>
              </a:ext>
            </a:extLst>
          </p:cNvPr>
          <p:cNvSpPr txBox="1"/>
          <p:nvPr/>
        </p:nvSpPr>
        <p:spPr>
          <a:xfrm>
            <a:off x="113792" y="1143000"/>
            <a:ext cx="8610600" cy="369332"/>
          </a:xfrm>
          <a:prstGeom prst="rect">
            <a:avLst/>
          </a:prstGeom>
          <a:noFill/>
        </p:spPr>
        <p:txBody>
          <a:bodyPr wrap="square" rtlCol="0">
            <a:spAutoFit/>
          </a:bodyPr>
          <a:lstStyle/>
          <a:p>
            <a:r>
              <a:rPr lang="en-US" b="1" dirty="0"/>
              <a:t>Search User Usability Test</a:t>
            </a:r>
          </a:p>
        </p:txBody>
      </p:sp>
      <p:pic>
        <p:nvPicPr>
          <p:cNvPr id="6" name="Picture 5">
            <a:extLst>
              <a:ext uri="{FF2B5EF4-FFF2-40B4-BE49-F238E27FC236}">
                <a16:creationId xmlns:a16="http://schemas.microsoft.com/office/drawing/2014/main" id="{A870E711-B78C-401F-992A-04F90E9C5648}"/>
              </a:ext>
            </a:extLst>
          </p:cNvPr>
          <p:cNvPicPr>
            <a:picLocks noChangeAspect="1"/>
          </p:cNvPicPr>
          <p:nvPr/>
        </p:nvPicPr>
        <p:blipFill>
          <a:blip r:embed="rId2"/>
          <a:stretch>
            <a:fillRect/>
          </a:stretch>
        </p:blipFill>
        <p:spPr>
          <a:xfrm>
            <a:off x="228600" y="1651288"/>
            <a:ext cx="8305800" cy="1930111"/>
          </a:xfrm>
          <a:prstGeom prst="rect">
            <a:avLst/>
          </a:prstGeom>
          <a:ln>
            <a:solidFill>
              <a:schemeClr val="tx1"/>
            </a:solidFill>
          </a:ln>
        </p:spPr>
      </p:pic>
    </p:spTree>
    <p:extLst>
      <p:ext uri="{BB962C8B-B14F-4D97-AF65-F5344CB8AC3E}">
        <p14:creationId xmlns:p14="http://schemas.microsoft.com/office/powerpoint/2010/main" val="28318099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3792" y="429005"/>
            <a:ext cx="4860925" cy="452120"/>
          </a:xfrm>
          <a:prstGeom prst="rect">
            <a:avLst/>
          </a:prstGeom>
        </p:spPr>
        <p:txBody>
          <a:bodyPr vert="horz" wrap="square" lIns="0" tIns="12065" rIns="0" bIns="0" rtlCol="0">
            <a:spAutoFit/>
          </a:bodyPr>
          <a:lstStyle/>
          <a:p>
            <a:pPr marL="12700">
              <a:lnSpc>
                <a:spcPct val="100000"/>
              </a:lnSpc>
              <a:spcBef>
                <a:spcPts val="95"/>
              </a:spcBef>
            </a:pPr>
            <a:r>
              <a:rPr spc="-5" dirty="0"/>
              <a:t>1</a:t>
            </a:r>
            <a:r>
              <a:rPr lang="en-US" spc="-5" dirty="0"/>
              <a:t>2</a:t>
            </a:r>
            <a:r>
              <a:rPr spc="-5" dirty="0"/>
              <a:t>. Project Milestones &amp;</a:t>
            </a:r>
            <a:r>
              <a:rPr spc="-30" dirty="0"/>
              <a:t> </a:t>
            </a:r>
            <a:r>
              <a:rPr spc="-70" dirty="0"/>
              <a:t>Tasks</a:t>
            </a:r>
          </a:p>
        </p:txBody>
      </p:sp>
      <p:graphicFrame>
        <p:nvGraphicFramePr>
          <p:cNvPr id="3" name="object 3"/>
          <p:cNvGraphicFramePr>
            <a:graphicFrameLocks noGrp="1"/>
          </p:cNvGraphicFramePr>
          <p:nvPr>
            <p:extLst>
              <p:ext uri="{D42A27DB-BD31-4B8C-83A1-F6EECF244321}">
                <p14:modId xmlns:p14="http://schemas.microsoft.com/office/powerpoint/2010/main" val="994441421"/>
              </p:ext>
            </p:extLst>
          </p:nvPr>
        </p:nvGraphicFramePr>
        <p:xfrm>
          <a:off x="173037" y="1335150"/>
          <a:ext cx="8785224" cy="4182613"/>
        </p:xfrm>
        <a:graphic>
          <a:graphicData uri="http://schemas.openxmlformats.org/drawingml/2006/table">
            <a:tbl>
              <a:tblPr firstRow="1" bandRow="1">
                <a:tableStyleId>{2D5ABB26-0587-4C30-8999-92F81FD0307C}</a:tableStyleId>
              </a:tblPr>
              <a:tblGrid>
                <a:gridCol w="1080135">
                  <a:extLst>
                    <a:ext uri="{9D8B030D-6E8A-4147-A177-3AD203B41FA5}">
                      <a16:colId xmlns:a16="http://schemas.microsoft.com/office/drawing/2014/main" val="20000"/>
                    </a:ext>
                  </a:extLst>
                </a:gridCol>
                <a:gridCol w="6064249">
                  <a:extLst>
                    <a:ext uri="{9D8B030D-6E8A-4147-A177-3AD203B41FA5}">
                      <a16:colId xmlns:a16="http://schemas.microsoft.com/office/drawing/2014/main" val="20001"/>
                    </a:ext>
                  </a:extLst>
                </a:gridCol>
                <a:gridCol w="1640840">
                  <a:extLst>
                    <a:ext uri="{9D8B030D-6E8A-4147-A177-3AD203B41FA5}">
                      <a16:colId xmlns:a16="http://schemas.microsoft.com/office/drawing/2014/main" val="20002"/>
                    </a:ext>
                  </a:extLst>
                </a:gridCol>
              </a:tblGrid>
              <a:tr h="852677">
                <a:tc>
                  <a:txBody>
                    <a:bodyPr/>
                    <a:lstStyle/>
                    <a:p>
                      <a:pPr marL="206375" marR="197485" indent="-3175">
                        <a:lnSpc>
                          <a:spcPct val="100000"/>
                        </a:lnSpc>
                        <a:spcBef>
                          <a:spcPts val="1115"/>
                        </a:spcBef>
                      </a:pPr>
                      <a:r>
                        <a:rPr sz="1800" b="1" spc="-5" dirty="0">
                          <a:solidFill>
                            <a:srgbClr val="FFFFFF"/>
                          </a:solidFill>
                          <a:latin typeface="Calibri"/>
                          <a:cs typeface="Calibri"/>
                        </a:rPr>
                        <a:t>P</a:t>
                      </a:r>
                      <a:r>
                        <a:rPr sz="1800" b="1" spc="-30" dirty="0">
                          <a:solidFill>
                            <a:srgbClr val="FFFFFF"/>
                          </a:solidFill>
                          <a:latin typeface="Calibri"/>
                          <a:cs typeface="Calibri"/>
                        </a:rPr>
                        <a:t>r</a:t>
                      </a:r>
                      <a:r>
                        <a:rPr sz="1800" b="1" dirty="0">
                          <a:solidFill>
                            <a:srgbClr val="FFFFFF"/>
                          </a:solidFill>
                          <a:latin typeface="Calibri"/>
                          <a:cs typeface="Calibri"/>
                        </a:rPr>
                        <a:t>oj</a:t>
                      </a:r>
                      <a:r>
                        <a:rPr sz="1800" b="1" spc="5" dirty="0">
                          <a:solidFill>
                            <a:srgbClr val="FFFFFF"/>
                          </a:solidFill>
                          <a:latin typeface="Calibri"/>
                          <a:cs typeface="Calibri"/>
                        </a:rPr>
                        <a:t>e</a:t>
                      </a:r>
                      <a:r>
                        <a:rPr sz="1800" b="1" spc="-5" dirty="0">
                          <a:solidFill>
                            <a:srgbClr val="FFFFFF"/>
                          </a:solidFill>
                          <a:latin typeface="Calibri"/>
                          <a:cs typeface="Calibri"/>
                        </a:rPr>
                        <a:t>ct  </a:t>
                      </a:r>
                      <a:r>
                        <a:rPr sz="1800" b="1" spc="-35" dirty="0">
                          <a:solidFill>
                            <a:srgbClr val="FFFFFF"/>
                          </a:solidFill>
                          <a:latin typeface="Calibri"/>
                          <a:cs typeface="Calibri"/>
                        </a:rPr>
                        <a:t>Task</a:t>
                      </a:r>
                      <a:r>
                        <a:rPr sz="1800" b="1" spc="-105" dirty="0">
                          <a:solidFill>
                            <a:srgbClr val="FFFFFF"/>
                          </a:solidFill>
                          <a:latin typeface="Calibri"/>
                          <a:cs typeface="Calibri"/>
                        </a:rPr>
                        <a:t> </a:t>
                      </a:r>
                      <a:r>
                        <a:rPr sz="1800" b="1" dirty="0">
                          <a:solidFill>
                            <a:srgbClr val="FFFFFF"/>
                          </a:solidFill>
                          <a:latin typeface="Calibri"/>
                          <a:cs typeface="Calibri"/>
                        </a:rPr>
                        <a:t>ID</a:t>
                      </a:r>
                      <a:endParaRPr sz="1800" dirty="0">
                        <a:latin typeface="Calibri"/>
                        <a:cs typeface="Calibri"/>
                      </a:endParaRPr>
                    </a:p>
                  </a:txBody>
                  <a:tcPr marL="0" marR="0" marT="14160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a:lnSpc>
                          <a:spcPct val="100000"/>
                        </a:lnSpc>
                        <a:spcBef>
                          <a:spcPts val="10"/>
                        </a:spcBef>
                      </a:pPr>
                      <a:endParaRPr sz="1900">
                        <a:latin typeface="Times New Roman"/>
                        <a:cs typeface="Times New Roman"/>
                      </a:endParaRPr>
                    </a:p>
                    <a:p>
                      <a:pPr marL="1898014">
                        <a:lnSpc>
                          <a:spcPct val="100000"/>
                        </a:lnSpc>
                      </a:pPr>
                      <a:r>
                        <a:rPr sz="1800" b="1" spc="-5" dirty="0">
                          <a:solidFill>
                            <a:srgbClr val="FFFFFF"/>
                          </a:solidFill>
                          <a:latin typeface="Calibri"/>
                          <a:cs typeface="Calibri"/>
                        </a:rPr>
                        <a:t>Project </a:t>
                      </a:r>
                      <a:r>
                        <a:rPr sz="1800" b="1" spc="-35" dirty="0">
                          <a:solidFill>
                            <a:srgbClr val="FFFFFF"/>
                          </a:solidFill>
                          <a:latin typeface="Calibri"/>
                          <a:cs typeface="Calibri"/>
                        </a:rPr>
                        <a:t>Task</a:t>
                      </a:r>
                      <a:r>
                        <a:rPr sz="1800" b="1" spc="-20" dirty="0">
                          <a:solidFill>
                            <a:srgbClr val="FFFFFF"/>
                          </a:solidFill>
                          <a:latin typeface="Calibri"/>
                          <a:cs typeface="Calibri"/>
                        </a:rPr>
                        <a:t> </a:t>
                      </a:r>
                      <a:r>
                        <a:rPr sz="1800" b="1" spc="-5" dirty="0">
                          <a:solidFill>
                            <a:srgbClr val="FFFFFF"/>
                          </a:solidFill>
                          <a:latin typeface="Calibri"/>
                          <a:cs typeface="Calibri"/>
                        </a:rPr>
                        <a:t>Description</a:t>
                      </a:r>
                      <a:endParaRPr sz="1800">
                        <a:latin typeface="Calibri"/>
                        <a:cs typeface="Calibri"/>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218440" marR="208279" indent="266700">
                        <a:lnSpc>
                          <a:spcPct val="100000"/>
                        </a:lnSpc>
                        <a:spcBef>
                          <a:spcPts val="1115"/>
                        </a:spcBef>
                      </a:pPr>
                      <a:r>
                        <a:rPr sz="1800" b="1" spc="-10" dirty="0">
                          <a:solidFill>
                            <a:srgbClr val="FFFFFF"/>
                          </a:solidFill>
                          <a:latin typeface="Calibri"/>
                          <a:cs typeface="Calibri"/>
                        </a:rPr>
                        <a:t>Project  </a:t>
                      </a:r>
                      <a:r>
                        <a:rPr sz="1800" b="1" spc="-5" dirty="0">
                          <a:solidFill>
                            <a:srgbClr val="FFFFFF"/>
                          </a:solidFill>
                          <a:latin typeface="Calibri"/>
                          <a:cs typeface="Calibri"/>
                        </a:rPr>
                        <a:t>Milestone</a:t>
                      </a:r>
                      <a:r>
                        <a:rPr sz="1800" b="1" spc="-130" dirty="0">
                          <a:solidFill>
                            <a:srgbClr val="FFFFFF"/>
                          </a:solidFill>
                          <a:latin typeface="Calibri"/>
                          <a:cs typeface="Calibri"/>
                        </a:rPr>
                        <a:t> </a:t>
                      </a:r>
                      <a:r>
                        <a:rPr sz="1800" b="1" dirty="0">
                          <a:solidFill>
                            <a:srgbClr val="FFFFFF"/>
                          </a:solidFill>
                          <a:latin typeface="Calibri"/>
                          <a:cs typeface="Calibri"/>
                        </a:rPr>
                        <a:t>ID</a:t>
                      </a:r>
                      <a:endParaRPr sz="1800">
                        <a:latin typeface="Calibri"/>
                        <a:cs typeface="Calibri"/>
                      </a:endParaRPr>
                    </a:p>
                  </a:txBody>
                  <a:tcPr marL="0" marR="0" marT="14160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554990">
                <a:tc>
                  <a:txBody>
                    <a:bodyPr/>
                    <a:lstStyle/>
                    <a:p>
                      <a:pPr marR="447675" algn="r">
                        <a:lnSpc>
                          <a:spcPct val="100000"/>
                        </a:lnSpc>
                        <a:spcBef>
                          <a:spcPts val="1025"/>
                        </a:spcBef>
                      </a:pPr>
                      <a:r>
                        <a:rPr sz="1800" dirty="0">
                          <a:latin typeface="Calibri"/>
                          <a:cs typeface="Calibri"/>
                        </a:rPr>
                        <a:t>1</a:t>
                      </a:r>
                      <a:endParaRPr sz="1800">
                        <a:latin typeface="Calibri"/>
                        <a:cs typeface="Calibri"/>
                      </a:endParaRPr>
                    </a:p>
                  </a:txBody>
                  <a:tcPr marL="0" marR="0" marT="13017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a:lnSpc>
                          <a:spcPct val="100000"/>
                        </a:lnSpc>
                      </a:pPr>
                      <a:r>
                        <a:rPr lang="en-US" sz="2000" dirty="0">
                          <a:latin typeface="Times New Roman"/>
                          <a:cs typeface="Times New Roman"/>
                        </a:rPr>
                        <a:t> Create requirement specification</a:t>
                      </a:r>
                      <a:endParaRPr sz="20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789940">
                        <a:lnSpc>
                          <a:spcPct val="100000"/>
                        </a:lnSpc>
                        <a:spcBef>
                          <a:spcPts val="1025"/>
                        </a:spcBef>
                      </a:pPr>
                      <a:r>
                        <a:rPr sz="1800" dirty="0">
                          <a:latin typeface="Calibri"/>
                          <a:cs typeface="Calibri"/>
                        </a:rPr>
                        <a:t>1</a:t>
                      </a:r>
                      <a:endParaRPr sz="1800">
                        <a:latin typeface="Calibri"/>
                        <a:cs typeface="Calibri"/>
                      </a:endParaRPr>
                    </a:p>
                  </a:txBody>
                  <a:tcPr marL="0" marR="0" marT="13017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554989">
                <a:tc>
                  <a:txBody>
                    <a:bodyPr/>
                    <a:lstStyle/>
                    <a:p>
                      <a:pPr marR="448309" algn="r">
                        <a:lnSpc>
                          <a:spcPct val="100000"/>
                        </a:lnSpc>
                        <a:spcBef>
                          <a:spcPts val="1025"/>
                        </a:spcBef>
                      </a:pPr>
                      <a:r>
                        <a:rPr sz="1800" dirty="0">
                          <a:latin typeface="Calibri"/>
                          <a:cs typeface="Calibri"/>
                        </a:rPr>
                        <a:t>2</a:t>
                      </a:r>
                      <a:endParaRPr sz="1800">
                        <a:latin typeface="Calibri"/>
                        <a:cs typeface="Calibri"/>
                      </a:endParaRPr>
                    </a:p>
                  </a:txBody>
                  <a:tcPr marL="0" marR="0" marT="130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nSpc>
                          <a:spcPct val="100000"/>
                        </a:lnSpc>
                      </a:pPr>
                      <a:r>
                        <a:rPr lang="en-US" sz="2000" dirty="0">
                          <a:latin typeface="Times New Roman"/>
                          <a:cs typeface="Times New Roman"/>
                        </a:rPr>
                        <a:t> Develop wireframe/prototype for the website</a:t>
                      </a:r>
                      <a:endParaRPr sz="20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789940">
                        <a:lnSpc>
                          <a:spcPct val="100000"/>
                        </a:lnSpc>
                        <a:spcBef>
                          <a:spcPts val="1025"/>
                        </a:spcBef>
                      </a:pPr>
                      <a:r>
                        <a:rPr sz="1800" dirty="0">
                          <a:latin typeface="Calibri"/>
                          <a:cs typeface="Calibri"/>
                        </a:rPr>
                        <a:t>1</a:t>
                      </a:r>
                      <a:endParaRPr sz="1800">
                        <a:latin typeface="Calibri"/>
                        <a:cs typeface="Calibri"/>
                      </a:endParaRPr>
                    </a:p>
                  </a:txBody>
                  <a:tcPr marL="0" marR="0" marT="130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r h="554989">
                <a:tc>
                  <a:txBody>
                    <a:bodyPr/>
                    <a:lstStyle/>
                    <a:p>
                      <a:pPr marR="448309" algn="r">
                        <a:lnSpc>
                          <a:spcPct val="100000"/>
                        </a:lnSpc>
                        <a:spcBef>
                          <a:spcPts val="1030"/>
                        </a:spcBef>
                      </a:pPr>
                      <a:r>
                        <a:rPr sz="1800" dirty="0">
                          <a:latin typeface="Calibri"/>
                          <a:cs typeface="Calibri"/>
                        </a:rPr>
                        <a:t>3</a:t>
                      </a:r>
                      <a:endParaRPr sz="1800">
                        <a:latin typeface="Calibri"/>
                        <a:cs typeface="Calibri"/>
                      </a:endParaRPr>
                    </a:p>
                  </a:txBody>
                  <a:tcPr marL="0" marR="0" marT="1308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nSpc>
                          <a:spcPct val="100000"/>
                        </a:lnSpc>
                      </a:pPr>
                      <a:r>
                        <a:rPr lang="en-US" sz="2000" dirty="0">
                          <a:latin typeface="Times New Roman"/>
                          <a:cs typeface="Times New Roman"/>
                        </a:rPr>
                        <a:t> Develop user interaction steps and flowchart</a:t>
                      </a:r>
                      <a:endParaRPr sz="20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789940">
                        <a:lnSpc>
                          <a:spcPct val="100000"/>
                        </a:lnSpc>
                        <a:spcBef>
                          <a:spcPts val="1030"/>
                        </a:spcBef>
                      </a:pPr>
                      <a:r>
                        <a:rPr sz="1800" dirty="0">
                          <a:latin typeface="Calibri"/>
                          <a:cs typeface="Calibri"/>
                        </a:rPr>
                        <a:t>1</a:t>
                      </a:r>
                    </a:p>
                  </a:txBody>
                  <a:tcPr marL="0" marR="0" marT="1308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3"/>
                  </a:ext>
                </a:extLst>
              </a:tr>
              <a:tr h="554989">
                <a:tc>
                  <a:txBody>
                    <a:bodyPr/>
                    <a:lstStyle/>
                    <a:p>
                      <a:pPr marR="448309" algn="r">
                        <a:lnSpc>
                          <a:spcPct val="100000"/>
                        </a:lnSpc>
                        <a:spcBef>
                          <a:spcPts val="1030"/>
                        </a:spcBef>
                      </a:pPr>
                      <a:r>
                        <a:rPr sz="1800" dirty="0">
                          <a:latin typeface="Calibri"/>
                          <a:cs typeface="Calibri"/>
                        </a:rPr>
                        <a:t>4</a:t>
                      </a:r>
                      <a:endParaRPr sz="1800">
                        <a:latin typeface="Calibri"/>
                        <a:cs typeface="Calibri"/>
                      </a:endParaRPr>
                    </a:p>
                  </a:txBody>
                  <a:tcPr marL="0" marR="0" marT="1308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nSpc>
                          <a:spcPct val="100000"/>
                        </a:lnSpc>
                      </a:pPr>
                      <a:r>
                        <a:rPr lang="en-US" sz="2000" dirty="0">
                          <a:latin typeface="Times New Roman"/>
                          <a:cs typeface="Times New Roman"/>
                        </a:rPr>
                        <a:t> Develop HTML Pages with Bootstrap and Angular</a:t>
                      </a:r>
                      <a:endParaRPr sz="20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763905">
                        <a:lnSpc>
                          <a:spcPct val="100000"/>
                        </a:lnSpc>
                        <a:spcBef>
                          <a:spcPts val="1030"/>
                        </a:spcBef>
                      </a:pPr>
                      <a:r>
                        <a:rPr sz="1800" dirty="0">
                          <a:latin typeface="Calibri"/>
                          <a:cs typeface="Calibri"/>
                        </a:rPr>
                        <a:t>2</a:t>
                      </a:r>
                    </a:p>
                  </a:txBody>
                  <a:tcPr marL="0" marR="0" marT="1308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4"/>
                  </a:ext>
                </a:extLst>
              </a:tr>
              <a:tr h="554990">
                <a:tc>
                  <a:txBody>
                    <a:bodyPr/>
                    <a:lstStyle/>
                    <a:p>
                      <a:pPr marR="448309" algn="r">
                        <a:lnSpc>
                          <a:spcPct val="100000"/>
                        </a:lnSpc>
                        <a:spcBef>
                          <a:spcPts val="1030"/>
                        </a:spcBef>
                      </a:pPr>
                      <a:r>
                        <a:rPr sz="1800" dirty="0">
                          <a:latin typeface="Calibri"/>
                          <a:cs typeface="Calibri"/>
                        </a:rPr>
                        <a:t>5</a:t>
                      </a:r>
                      <a:endParaRPr sz="1800">
                        <a:latin typeface="Calibri"/>
                        <a:cs typeface="Calibri"/>
                      </a:endParaRPr>
                    </a:p>
                  </a:txBody>
                  <a:tcPr marL="0" marR="0" marT="1308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nSpc>
                          <a:spcPct val="100000"/>
                        </a:lnSpc>
                      </a:pPr>
                      <a:r>
                        <a:rPr lang="en-US" sz="2000" dirty="0">
                          <a:latin typeface="Times New Roman"/>
                          <a:cs typeface="Times New Roman"/>
                        </a:rPr>
                        <a:t> Analysis user experience </a:t>
                      </a:r>
                      <a:endParaRPr sz="20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789940">
                        <a:lnSpc>
                          <a:spcPct val="100000"/>
                        </a:lnSpc>
                        <a:spcBef>
                          <a:spcPts val="1030"/>
                        </a:spcBef>
                      </a:pPr>
                      <a:r>
                        <a:rPr sz="1800" dirty="0">
                          <a:latin typeface="Calibri"/>
                          <a:cs typeface="Calibri"/>
                        </a:rPr>
                        <a:t>2</a:t>
                      </a:r>
                      <a:endParaRPr sz="1800">
                        <a:latin typeface="Calibri"/>
                        <a:cs typeface="Calibri"/>
                      </a:endParaRPr>
                    </a:p>
                  </a:txBody>
                  <a:tcPr marL="0" marR="0" marT="1308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5"/>
                  </a:ext>
                </a:extLst>
              </a:tr>
              <a:tr h="554989">
                <a:tc>
                  <a:txBody>
                    <a:bodyPr/>
                    <a:lstStyle/>
                    <a:p>
                      <a:pPr marR="448309" algn="r">
                        <a:lnSpc>
                          <a:spcPct val="100000"/>
                        </a:lnSpc>
                        <a:spcBef>
                          <a:spcPts val="1030"/>
                        </a:spcBef>
                      </a:pPr>
                      <a:r>
                        <a:rPr sz="1800" dirty="0">
                          <a:latin typeface="Calibri"/>
                          <a:cs typeface="Calibri"/>
                        </a:rPr>
                        <a:t>6</a:t>
                      </a:r>
                      <a:endParaRPr sz="1800">
                        <a:latin typeface="Calibri"/>
                        <a:cs typeface="Calibri"/>
                      </a:endParaRPr>
                    </a:p>
                  </a:txBody>
                  <a:tcPr marL="0" marR="0" marT="1308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nSpc>
                          <a:spcPct val="100000"/>
                        </a:lnSpc>
                      </a:pPr>
                      <a:r>
                        <a:rPr lang="en-US" sz="2000" dirty="0">
                          <a:latin typeface="Times New Roman"/>
                          <a:cs typeface="Times New Roman"/>
                        </a:rPr>
                        <a:t> Test the application</a:t>
                      </a:r>
                      <a:endParaRPr sz="20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789940">
                        <a:lnSpc>
                          <a:spcPct val="100000"/>
                        </a:lnSpc>
                        <a:spcBef>
                          <a:spcPts val="1030"/>
                        </a:spcBef>
                      </a:pPr>
                      <a:r>
                        <a:rPr sz="1800" dirty="0">
                          <a:latin typeface="Calibri"/>
                          <a:cs typeface="Calibri"/>
                        </a:rPr>
                        <a:t>2</a:t>
                      </a:r>
                    </a:p>
                  </a:txBody>
                  <a:tcPr marL="0" marR="0" marT="1308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3792" y="429005"/>
            <a:ext cx="3840479" cy="452120"/>
          </a:xfrm>
          <a:prstGeom prst="rect">
            <a:avLst/>
          </a:prstGeom>
        </p:spPr>
        <p:txBody>
          <a:bodyPr vert="horz" wrap="square" lIns="0" tIns="12065" rIns="0" bIns="0" rtlCol="0">
            <a:spAutoFit/>
          </a:bodyPr>
          <a:lstStyle/>
          <a:p>
            <a:pPr marL="12700">
              <a:lnSpc>
                <a:spcPct val="100000"/>
              </a:lnSpc>
              <a:spcBef>
                <a:spcPts val="95"/>
              </a:spcBef>
            </a:pPr>
            <a:r>
              <a:rPr spc="-5" dirty="0"/>
              <a:t>1</a:t>
            </a:r>
            <a:r>
              <a:rPr lang="en-US" spc="-5" dirty="0"/>
              <a:t>4</a:t>
            </a:r>
            <a:r>
              <a:rPr spc="-5" dirty="0"/>
              <a:t>. Project Results</a:t>
            </a:r>
            <a:r>
              <a:rPr spc="-20" dirty="0"/>
              <a:t> </a:t>
            </a:r>
            <a:r>
              <a:rPr dirty="0"/>
              <a:t>(1/2)</a:t>
            </a:r>
          </a:p>
        </p:txBody>
      </p:sp>
      <p:sp>
        <p:nvSpPr>
          <p:cNvPr id="3" name="object 3"/>
          <p:cNvSpPr/>
          <p:nvPr/>
        </p:nvSpPr>
        <p:spPr>
          <a:xfrm>
            <a:off x="60960" y="1171955"/>
            <a:ext cx="8945880" cy="5635752"/>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15240" y="1147572"/>
            <a:ext cx="8951976" cy="4178807"/>
          </a:xfrm>
          <a:prstGeom prst="rect">
            <a:avLst/>
          </a:prstGeom>
          <a:blipFill>
            <a:blip r:embed="rId4" cstate="print"/>
            <a:stretch>
              <a:fillRect/>
            </a:stretch>
          </a:blipFill>
        </p:spPr>
        <p:txBody>
          <a:bodyPr wrap="square" lIns="0" tIns="0" rIns="0" bIns="0" rtlCol="0"/>
          <a:lstStyle/>
          <a:p>
            <a:endParaRPr/>
          </a:p>
        </p:txBody>
      </p:sp>
      <p:sp>
        <p:nvSpPr>
          <p:cNvPr id="5" name="object 5"/>
          <p:cNvSpPr/>
          <p:nvPr/>
        </p:nvSpPr>
        <p:spPr>
          <a:xfrm>
            <a:off x="108204" y="1196338"/>
            <a:ext cx="8856345" cy="5546090"/>
          </a:xfrm>
          <a:custGeom>
            <a:avLst/>
            <a:gdLst/>
            <a:ahLst/>
            <a:cxnLst/>
            <a:rect l="l" t="t" r="r" b="b"/>
            <a:pathLst>
              <a:path w="8856345" h="5546090">
                <a:moveTo>
                  <a:pt x="0" y="5545836"/>
                </a:moveTo>
                <a:lnTo>
                  <a:pt x="8855964" y="5545836"/>
                </a:lnTo>
                <a:lnTo>
                  <a:pt x="8855964" y="0"/>
                </a:lnTo>
                <a:lnTo>
                  <a:pt x="0" y="0"/>
                </a:lnTo>
                <a:lnTo>
                  <a:pt x="0" y="5545836"/>
                </a:lnTo>
                <a:close/>
              </a:path>
            </a:pathLst>
          </a:custGeom>
          <a:solidFill>
            <a:srgbClr val="F1F1F1"/>
          </a:solidFill>
        </p:spPr>
        <p:txBody>
          <a:bodyPr wrap="square" lIns="0" tIns="0" rIns="0" bIns="0" rtlCol="0"/>
          <a:lstStyle/>
          <a:p>
            <a:endParaRPr/>
          </a:p>
        </p:txBody>
      </p:sp>
      <p:sp>
        <p:nvSpPr>
          <p:cNvPr id="6" name="object 6"/>
          <p:cNvSpPr/>
          <p:nvPr/>
        </p:nvSpPr>
        <p:spPr>
          <a:xfrm>
            <a:off x="108204" y="1196338"/>
            <a:ext cx="8856345" cy="5546090"/>
          </a:xfrm>
          <a:custGeom>
            <a:avLst/>
            <a:gdLst/>
            <a:ahLst/>
            <a:cxnLst/>
            <a:rect l="l" t="t" r="r" b="b"/>
            <a:pathLst>
              <a:path w="8856345" h="5546090">
                <a:moveTo>
                  <a:pt x="0" y="5545836"/>
                </a:moveTo>
                <a:lnTo>
                  <a:pt x="8855964" y="5545836"/>
                </a:lnTo>
                <a:lnTo>
                  <a:pt x="8855964" y="0"/>
                </a:lnTo>
                <a:lnTo>
                  <a:pt x="0" y="0"/>
                </a:lnTo>
                <a:lnTo>
                  <a:pt x="0" y="5545836"/>
                </a:lnTo>
                <a:close/>
              </a:path>
            </a:pathLst>
          </a:custGeom>
          <a:ln w="9144">
            <a:solidFill>
              <a:srgbClr val="000000"/>
            </a:solidFill>
          </a:ln>
        </p:spPr>
        <p:txBody>
          <a:bodyPr wrap="square" lIns="0" tIns="0" rIns="0" bIns="0" rtlCol="0"/>
          <a:lstStyle/>
          <a:p>
            <a:endParaRPr/>
          </a:p>
        </p:txBody>
      </p:sp>
      <p:sp>
        <p:nvSpPr>
          <p:cNvPr id="7" name="object 7"/>
          <p:cNvSpPr txBox="1"/>
          <p:nvPr/>
        </p:nvSpPr>
        <p:spPr>
          <a:xfrm>
            <a:off x="186639" y="1128083"/>
            <a:ext cx="8614410" cy="4900701"/>
          </a:xfrm>
          <a:prstGeom prst="rect">
            <a:avLst/>
          </a:prstGeom>
        </p:spPr>
        <p:txBody>
          <a:bodyPr vert="horz" wrap="square" lIns="0" tIns="98425" rIns="0" bIns="0" rtlCol="0">
            <a:spAutoFit/>
          </a:bodyPr>
          <a:lstStyle/>
          <a:p>
            <a:pPr marL="299085" indent="-286385">
              <a:lnSpc>
                <a:spcPct val="100000"/>
              </a:lnSpc>
              <a:spcBef>
                <a:spcPts val="775"/>
              </a:spcBef>
              <a:buFont typeface="Wingdings"/>
              <a:buChar char=""/>
              <a:tabLst>
                <a:tab pos="299720" algn="l"/>
              </a:tabLst>
            </a:pPr>
            <a:r>
              <a:rPr b="1" spc="-5" dirty="0">
                <a:latin typeface="Calibri"/>
                <a:cs typeface="Calibri"/>
              </a:rPr>
              <a:t>List </a:t>
            </a:r>
            <a:r>
              <a:rPr b="1" dirty="0">
                <a:latin typeface="Calibri"/>
                <a:cs typeface="Calibri"/>
              </a:rPr>
              <a:t>of </a:t>
            </a:r>
            <a:r>
              <a:rPr b="1" spc="-5" dirty="0">
                <a:latin typeface="Calibri"/>
                <a:cs typeface="Calibri"/>
              </a:rPr>
              <a:t>HTML </a:t>
            </a:r>
            <a:r>
              <a:rPr b="1" spc="-15" dirty="0">
                <a:latin typeface="Calibri"/>
                <a:cs typeface="Calibri"/>
              </a:rPr>
              <a:t>Pages </a:t>
            </a:r>
            <a:r>
              <a:rPr b="1" dirty="0">
                <a:latin typeface="Calibri"/>
                <a:cs typeface="Calibri"/>
              </a:rPr>
              <a:t>being</a:t>
            </a:r>
            <a:r>
              <a:rPr b="1" spc="-15" dirty="0">
                <a:latin typeface="Calibri"/>
                <a:cs typeface="Calibri"/>
              </a:rPr>
              <a:t> </a:t>
            </a:r>
            <a:r>
              <a:rPr b="1" spc="-5" dirty="0">
                <a:latin typeface="Calibri"/>
                <a:cs typeface="Calibri"/>
              </a:rPr>
              <a:t>Produced</a:t>
            </a:r>
            <a:endParaRPr dirty="0">
              <a:latin typeface="Calibri"/>
              <a:cs typeface="Calibri"/>
            </a:endParaRPr>
          </a:p>
          <a:p>
            <a:pPr marL="756285" lvl="1" indent="-286385">
              <a:lnSpc>
                <a:spcPct val="100000"/>
              </a:lnSpc>
              <a:buFont typeface="Wingdings"/>
              <a:buChar char=""/>
              <a:tabLst>
                <a:tab pos="756285" algn="l"/>
                <a:tab pos="756920" algn="l"/>
              </a:tabLst>
            </a:pPr>
            <a:r>
              <a:rPr lang="en-US" sz="1400" spc="5" dirty="0">
                <a:latin typeface="Calibri"/>
                <a:cs typeface="Calibri"/>
              </a:rPr>
              <a:t>Homepage</a:t>
            </a:r>
          </a:p>
          <a:p>
            <a:pPr marL="756285" lvl="1" indent="-286385">
              <a:lnSpc>
                <a:spcPct val="100000"/>
              </a:lnSpc>
              <a:buFont typeface="Wingdings"/>
              <a:buChar char=""/>
              <a:tabLst>
                <a:tab pos="756285" algn="l"/>
                <a:tab pos="756920" algn="l"/>
              </a:tabLst>
            </a:pPr>
            <a:r>
              <a:rPr lang="en-US" sz="1400" spc="5" dirty="0">
                <a:latin typeface="Calibri"/>
                <a:cs typeface="Calibri"/>
              </a:rPr>
              <a:t>Login Page</a:t>
            </a:r>
          </a:p>
          <a:p>
            <a:pPr marL="756285" lvl="1" indent="-286385">
              <a:lnSpc>
                <a:spcPct val="100000"/>
              </a:lnSpc>
              <a:buFont typeface="Wingdings"/>
              <a:buChar char=""/>
              <a:tabLst>
                <a:tab pos="756285" algn="l"/>
                <a:tab pos="756920" algn="l"/>
              </a:tabLst>
            </a:pPr>
            <a:r>
              <a:rPr lang="en-US" sz="1400" spc="5" dirty="0">
                <a:latin typeface="Calibri"/>
                <a:cs typeface="Calibri"/>
              </a:rPr>
              <a:t>Registration Page</a:t>
            </a:r>
          </a:p>
          <a:p>
            <a:pPr marL="756285" lvl="1" indent="-286385">
              <a:lnSpc>
                <a:spcPct val="100000"/>
              </a:lnSpc>
              <a:buFont typeface="Wingdings"/>
              <a:buChar char=""/>
              <a:tabLst>
                <a:tab pos="756285" algn="l"/>
                <a:tab pos="756920" algn="l"/>
              </a:tabLst>
            </a:pPr>
            <a:r>
              <a:rPr lang="en-US" sz="1400" spc="5" dirty="0">
                <a:latin typeface="Calibri"/>
                <a:cs typeface="Calibri"/>
              </a:rPr>
              <a:t>Registration Confirmation Page</a:t>
            </a:r>
          </a:p>
          <a:p>
            <a:pPr marL="756285" lvl="1" indent="-286385">
              <a:lnSpc>
                <a:spcPct val="100000"/>
              </a:lnSpc>
              <a:buFont typeface="Wingdings"/>
              <a:buChar char=""/>
              <a:tabLst>
                <a:tab pos="756285" algn="l"/>
                <a:tab pos="756920" algn="l"/>
              </a:tabLst>
            </a:pPr>
            <a:r>
              <a:rPr lang="en-US" sz="1400" spc="5" dirty="0">
                <a:latin typeface="Calibri"/>
                <a:cs typeface="Calibri"/>
              </a:rPr>
              <a:t>Forgot Password Page</a:t>
            </a:r>
          </a:p>
          <a:p>
            <a:pPr marL="756285" lvl="1" indent="-286385">
              <a:lnSpc>
                <a:spcPct val="100000"/>
              </a:lnSpc>
              <a:buFont typeface="Wingdings"/>
              <a:buChar char=""/>
              <a:tabLst>
                <a:tab pos="756285" algn="l"/>
                <a:tab pos="756920" algn="l"/>
              </a:tabLst>
            </a:pPr>
            <a:r>
              <a:rPr lang="en-US" sz="1400" spc="5" dirty="0">
                <a:latin typeface="Calibri"/>
                <a:cs typeface="Calibri"/>
              </a:rPr>
              <a:t>Forgot Password Confirmation Page</a:t>
            </a:r>
          </a:p>
          <a:p>
            <a:pPr marL="756285" lvl="1" indent="-286385">
              <a:lnSpc>
                <a:spcPct val="100000"/>
              </a:lnSpc>
              <a:buFont typeface="Wingdings"/>
              <a:buChar char=""/>
              <a:tabLst>
                <a:tab pos="756285" algn="l"/>
                <a:tab pos="756920" algn="l"/>
              </a:tabLst>
            </a:pPr>
            <a:r>
              <a:rPr lang="en-US" sz="1400" spc="5" dirty="0">
                <a:latin typeface="Calibri"/>
                <a:cs typeface="Calibri"/>
              </a:rPr>
              <a:t>Search Users Page</a:t>
            </a:r>
          </a:p>
          <a:p>
            <a:pPr marL="756285" lvl="1" indent="-286385">
              <a:lnSpc>
                <a:spcPct val="100000"/>
              </a:lnSpc>
              <a:buFont typeface="Wingdings"/>
              <a:buChar char=""/>
              <a:tabLst>
                <a:tab pos="756285" algn="l"/>
                <a:tab pos="756920" algn="l"/>
              </a:tabLst>
            </a:pPr>
            <a:r>
              <a:rPr lang="en-US" sz="1400" spc="5" dirty="0">
                <a:latin typeface="Calibri"/>
                <a:cs typeface="Calibri"/>
              </a:rPr>
              <a:t>Public Profile View Page</a:t>
            </a:r>
          </a:p>
          <a:p>
            <a:pPr marL="756285" lvl="1" indent="-286385">
              <a:lnSpc>
                <a:spcPct val="100000"/>
              </a:lnSpc>
              <a:buFont typeface="Wingdings"/>
              <a:buChar char=""/>
              <a:tabLst>
                <a:tab pos="756285" algn="l"/>
                <a:tab pos="756920" algn="l"/>
              </a:tabLst>
            </a:pPr>
            <a:r>
              <a:rPr lang="en-US" sz="1400" spc="5" dirty="0">
                <a:latin typeface="Calibri"/>
                <a:cs typeface="Calibri"/>
              </a:rPr>
              <a:t>Profile Page</a:t>
            </a:r>
          </a:p>
          <a:p>
            <a:pPr marL="756285" lvl="1" indent="-286385">
              <a:lnSpc>
                <a:spcPct val="100000"/>
              </a:lnSpc>
              <a:buFont typeface="Wingdings"/>
              <a:buChar char=""/>
              <a:tabLst>
                <a:tab pos="756285" algn="l"/>
                <a:tab pos="756920" algn="l"/>
              </a:tabLst>
            </a:pPr>
            <a:r>
              <a:rPr lang="en-US" sz="1400" spc="5" dirty="0">
                <a:latin typeface="Calibri"/>
                <a:cs typeface="Calibri"/>
              </a:rPr>
              <a:t>Edit Profile Page</a:t>
            </a:r>
            <a:endParaRPr lang="en-US" sz="1400" dirty="0">
              <a:latin typeface="Calibri"/>
              <a:cs typeface="Calibri"/>
            </a:endParaRPr>
          </a:p>
          <a:p>
            <a:pPr marL="299085" indent="-286385">
              <a:lnSpc>
                <a:spcPct val="100000"/>
              </a:lnSpc>
              <a:spcBef>
                <a:spcPts val="590"/>
              </a:spcBef>
              <a:buFont typeface="Wingdings"/>
              <a:buChar char=""/>
              <a:tabLst>
                <a:tab pos="299720" algn="l"/>
              </a:tabLst>
            </a:pPr>
            <a:r>
              <a:rPr b="1" spc="-5" dirty="0">
                <a:latin typeface="Calibri"/>
                <a:cs typeface="Calibri"/>
              </a:rPr>
              <a:t>Links </a:t>
            </a:r>
            <a:r>
              <a:rPr b="1" dirty="0">
                <a:latin typeface="Calibri"/>
                <a:cs typeface="Calibri"/>
              </a:rPr>
              <a:t>of the</a:t>
            </a:r>
            <a:r>
              <a:rPr b="1" spc="-25" dirty="0">
                <a:latin typeface="Calibri"/>
                <a:cs typeface="Calibri"/>
              </a:rPr>
              <a:t> </a:t>
            </a:r>
            <a:r>
              <a:rPr b="1" spc="-15" dirty="0">
                <a:latin typeface="Calibri"/>
                <a:cs typeface="Calibri"/>
              </a:rPr>
              <a:t>Pages</a:t>
            </a:r>
            <a:endParaRPr dirty="0">
              <a:latin typeface="Calibri"/>
              <a:cs typeface="Calibri"/>
            </a:endParaRPr>
          </a:p>
          <a:p>
            <a:pPr marL="756285" lvl="1" indent="-286385">
              <a:lnSpc>
                <a:spcPct val="100000"/>
              </a:lnSpc>
              <a:spcBef>
                <a:spcPts val="610"/>
              </a:spcBef>
              <a:buFont typeface="Wingdings"/>
              <a:buChar char=""/>
              <a:tabLst>
                <a:tab pos="756285" algn="l"/>
                <a:tab pos="756920" algn="l"/>
              </a:tabLst>
            </a:pPr>
            <a:r>
              <a:rPr lang="en-US" sz="1400" dirty="0">
                <a:latin typeface="Calibri"/>
                <a:cs typeface="Calibri"/>
              </a:rPr>
              <a:t>Localhost:4200/login</a:t>
            </a:r>
            <a:endParaRPr sz="1400" dirty="0">
              <a:latin typeface="Calibri"/>
              <a:cs typeface="Calibri"/>
            </a:endParaRPr>
          </a:p>
          <a:p>
            <a:pPr marL="756285" lvl="1" indent="-286385">
              <a:lnSpc>
                <a:spcPct val="100000"/>
              </a:lnSpc>
              <a:buFont typeface="Wingdings"/>
              <a:buChar char=""/>
              <a:tabLst>
                <a:tab pos="756285" algn="l"/>
                <a:tab pos="756920" algn="l"/>
              </a:tabLst>
            </a:pPr>
            <a:r>
              <a:rPr lang="en-US" sz="1400" dirty="0">
                <a:latin typeface="Calibri"/>
                <a:cs typeface="Calibri"/>
              </a:rPr>
              <a:t>Localhost:4200/registration</a:t>
            </a:r>
          </a:p>
          <a:p>
            <a:pPr marL="756285" lvl="1" indent="-286385">
              <a:lnSpc>
                <a:spcPct val="100000"/>
              </a:lnSpc>
              <a:buFont typeface="Wingdings"/>
              <a:buChar char=""/>
              <a:tabLst>
                <a:tab pos="756285" algn="l"/>
                <a:tab pos="756920" algn="l"/>
              </a:tabLst>
            </a:pPr>
            <a:r>
              <a:rPr lang="en-US" sz="1400" dirty="0">
                <a:latin typeface="Calibri"/>
                <a:cs typeface="Calibri"/>
              </a:rPr>
              <a:t>Localhost:4200/registration-confirmation</a:t>
            </a:r>
          </a:p>
          <a:p>
            <a:pPr marL="756285" lvl="1" indent="-286385">
              <a:lnSpc>
                <a:spcPct val="100000"/>
              </a:lnSpc>
              <a:buFont typeface="Wingdings"/>
              <a:buChar char=""/>
              <a:tabLst>
                <a:tab pos="756285" algn="l"/>
                <a:tab pos="756920" algn="l"/>
              </a:tabLst>
            </a:pPr>
            <a:r>
              <a:rPr lang="en-US" sz="1400" dirty="0">
                <a:latin typeface="Calibri"/>
                <a:cs typeface="Calibri"/>
              </a:rPr>
              <a:t>Localhost:4200/search</a:t>
            </a:r>
          </a:p>
          <a:p>
            <a:pPr marL="756285" lvl="1" indent="-286385">
              <a:lnSpc>
                <a:spcPct val="100000"/>
              </a:lnSpc>
              <a:buFont typeface="Wingdings"/>
              <a:buChar char=""/>
              <a:tabLst>
                <a:tab pos="756285" algn="l"/>
                <a:tab pos="756920" algn="l"/>
              </a:tabLst>
            </a:pPr>
            <a:r>
              <a:rPr lang="en-US" sz="1400" dirty="0">
                <a:latin typeface="Calibri"/>
                <a:cs typeface="Calibri"/>
              </a:rPr>
              <a:t>Localhost:4200/forgot-password</a:t>
            </a:r>
          </a:p>
          <a:p>
            <a:pPr marL="756285" lvl="1" indent="-286385">
              <a:lnSpc>
                <a:spcPct val="100000"/>
              </a:lnSpc>
              <a:buFont typeface="Wingdings"/>
              <a:buChar char=""/>
              <a:tabLst>
                <a:tab pos="756285" algn="l"/>
                <a:tab pos="756920" algn="l"/>
              </a:tabLst>
            </a:pPr>
            <a:r>
              <a:rPr lang="en-US" sz="1400" dirty="0">
                <a:latin typeface="Calibri"/>
                <a:cs typeface="Calibri"/>
              </a:rPr>
              <a:t>Localhost:4200/forgot-password-confirmation</a:t>
            </a:r>
          </a:p>
          <a:p>
            <a:pPr marL="756285" lvl="1" indent="-286385">
              <a:lnSpc>
                <a:spcPct val="100000"/>
              </a:lnSpc>
              <a:buFont typeface="Wingdings"/>
              <a:buChar char=""/>
              <a:tabLst>
                <a:tab pos="756285" algn="l"/>
                <a:tab pos="756920" algn="l"/>
              </a:tabLst>
            </a:pPr>
            <a:r>
              <a:rPr lang="en-US" sz="1400" dirty="0">
                <a:latin typeface="Calibri"/>
                <a:cs typeface="Calibri"/>
              </a:rPr>
              <a:t>Localhost:4200/profile/id(i.e. 1,2,3)</a:t>
            </a:r>
          </a:p>
          <a:p>
            <a:pPr marL="756285" lvl="1" indent="-286385">
              <a:lnSpc>
                <a:spcPct val="100000"/>
              </a:lnSpc>
              <a:buFont typeface="Wingdings"/>
              <a:buChar char=""/>
              <a:tabLst>
                <a:tab pos="756285" algn="l"/>
                <a:tab pos="756920" algn="l"/>
              </a:tabLst>
            </a:pPr>
            <a:r>
              <a:rPr lang="en-US" sz="1400" dirty="0">
                <a:latin typeface="Calibri"/>
                <a:cs typeface="Calibri"/>
              </a:rPr>
              <a:t>Localhost:4200/profile/id(i.e. 1,2,3)/edit-profile</a:t>
            </a:r>
          </a:p>
          <a:p>
            <a:pPr marL="756285" lvl="1" indent="-286385">
              <a:buFont typeface="Wingdings"/>
              <a:buChar char=""/>
              <a:tabLst>
                <a:tab pos="756285" algn="l"/>
                <a:tab pos="756920" algn="l"/>
              </a:tabLst>
            </a:pPr>
            <a:r>
              <a:rPr lang="en-US" sz="1400" dirty="0">
                <a:latin typeface="Calibri"/>
                <a:cs typeface="Calibri"/>
              </a:rPr>
              <a:t>Localhost:4200/profile/id(i.e. 1,2,3)/first-name(i.e. Alex)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3792" y="429005"/>
            <a:ext cx="3840479" cy="452120"/>
          </a:xfrm>
          <a:prstGeom prst="rect">
            <a:avLst/>
          </a:prstGeom>
        </p:spPr>
        <p:txBody>
          <a:bodyPr vert="horz" wrap="square" lIns="0" tIns="12065" rIns="0" bIns="0" rtlCol="0">
            <a:spAutoFit/>
          </a:bodyPr>
          <a:lstStyle/>
          <a:p>
            <a:pPr marL="12700">
              <a:lnSpc>
                <a:spcPct val="100000"/>
              </a:lnSpc>
              <a:spcBef>
                <a:spcPts val="95"/>
              </a:spcBef>
            </a:pPr>
            <a:r>
              <a:rPr spc="-5" dirty="0"/>
              <a:t>1</a:t>
            </a:r>
            <a:r>
              <a:rPr lang="en-US" spc="-5" dirty="0"/>
              <a:t>4</a:t>
            </a:r>
            <a:r>
              <a:rPr spc="-5" dirty="0"/>
              <a:t>. Project Results</a:t>
            </a:r>
            <a:r>
              <a:rPr spc="-20" dirty="0"/>
              <a:t> </a:t>
            </a:r>
            <a:r>
              <a:rPr dirty="0"/>
              <a:t>(2/2)</a:t>
            </a:r>
          </a:p>
        </p:txBody>
      </p:sp>
      <p:sp>
        <p:nvSpPr>
          <p:cNvPr id="3" name="object 3"/>
          <p:cNvSpPr/>
          <p:nvPr/>
        </p:nvSpPr>
        <p:spPr>
          <a:xfrm>
            <a:off x="60960" y="1171955"/>
            <a:ext cx="8945880" cy="5635752"/>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15240" y="1147572"/>
            <a:ext cx="6053328" cy="1770888"/>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108204" y="1196338"/>
            <a:ext cx="8856345" cy="5546090"/>
          </a:xfrm>
          <a:custGeom>
            <a:avLst/>
            <a:gdLst/>
            <a:ahLst/>
            <a:cxnLst/>
            <a:rect l="l" t="t" r="r" b="b"/>
            <a:pathLst>
              <a:path w="8856345" h="5546090">
                <a:moveTo>
                  <a:pt x="0" y="5545836"/>
                </a:moveTo>
                <a:lnTo>
                  <a:pt x="8855964" y="5545836"/>
                </a:lnTo>
                <a:lnTo>
                  <a:pt x="8855964" y="0"/>
                </a:lnTo>
                <a:lnTo>
                  <a:pt x="0" y="0"/>
                </a:lnTo>
                <a:lnTo>
                  <a:pt x="0" y="5545836"/>
                </a:lnTo>
                <a:close/>
              </a:path>
            </a:pathLst>
          </a:custGeom>
          <a:solidFill>
            <a:srgbClr val="F1F1F1"/>
          </a:solidFill>
        </p:spPr>
        <p:txBody>
          <a:bodyPr wrap="square" lIns="0" tIns="0" rIns="0" bIns="0" rtlCol="0"/>
          <a:lstStyle/>
          <a:p>
            <a:endParaRPr/>
          </a:p>
        </p:txBody>
      </p:sp>
      <p:sp>
        <p:nvSpPr>
          <p:cNvPr id="6" name="object 6"/>
          <p:cNvSpPr/>
          <p:nvPr/>
        </p:nvSpPr>
        <p:spPr>
          <a:xfrm>
            <a:off x="108204" y="1196338"/>
            <a:ext cx="8856345" cy="5546090"/>
          </a:xfrm>
          <a:custGeom>
            <a:avLst/>
            <a:gdLst/>
            <a:ahLst/>
            <a:cxnLst/>
            <a:rect l="l" t="t" r="r" b="b"/>
            <a:pathLst>
              <a:path w="8856345" h="5546090">
                <a:moveTo>
                  <a:pt x="0" y="5545836"/>
                </a:moveTo>
                <a:lnTo>
                  <a:pt x="8855964" y="5545836"/>
                </a:lnTo>
                <a:lnTo>
                  <a:pt x="8855964" y="0"/>
                </a:lnTo>
                <a:lnTo>
                  <a:pt x="0" y="0"/>
                </a:lnTo>
                <a:lnTo>
                  <a:pt x="0" y="5545836"/>
                </a:lnTo>
                <a:close/>
              </a:path>
            </a:pathLst>
          </a:custGeom>
          <a:ln w="9144">
            <a:solidFill>
              <a:srgbClr val="000000"/>
            </a:solidFill>
          </a:ln>
        </p:spPr>
        <p:txBody>
          <a:bodyPr wrap="square" lIns="0" tIns="0" rIns="0" bIns="0" rtlCol="0"/>
          <a:lstStyle/>
          <a:p>
            <a:endParaRPr/>
          </a:p>
        </p:txBody>
      </p:sp>
      <p:sp>
        <p:nvSpPr>
          <p:cNvPr id="7" name="object 7"/>
          <p:cNvSpPr txBox="1"/>
          <p:nvPr/>
        </p:nvSpPr>
        <p:spPr>
          <a:xfrm>
            <a:off x="186639" y="1128083"/>
            <a:ext cx="5705475" cy="407163"/>
          </a:xfrm>
          <a:prstGeom prst="rect">
            <a:avLst/>
          </a:prstGeom>
        </p:spPr>
        <p:txBody>
          <a:bodyPr vert="horz" wrap="square" lIns="0" tIns="98425" rIns="0" bIns="0" rtlCol="0">
            <a:spAutoFit/>
          </a:bodyPr>
          <a:lstStyle/>
          <a:p>
            <a:pPr marL="299085" indent="-286385">
              <a:lnSpc>
                <a:spcPct val="100000"/>
              </a:lnSpc>
              <a:spcBef>
                <a:spcPts val="775"/>
              </a:spcBef>
              <a:buFont typeface="Wingdings"/>
              <a:buChar char=""/>
              <a:tabLst>
                <a:tab pos="299720" algn="l"/>
              </a:tabLst>
            </a:pPr>
            <a:r>
              <a:rPr sz="2000" b="1" spc="-5" dirty="0">
                <a:latin typeface="Calibri"/>
                <a:cs typeface="Calibri"/>
              </a:rPr>
              <a:t>Screen </a:t>
            </a:r>
            <a:r>
              <a:rPr sz="2000" b="1" spc="-10" dirty="0">
                <a:latin typeface="Calibri"/>
                <a:cs typeface="Calibri"/>
              </a:rPr>
              <a:t>Capture </a:t>
            </a:r>
            <a:r>
              <a:rPr sz="2000" b="1" dirty="0">
                <a:latin typeface="Calibri"/>
                <a:cs typeface="Calibri"/>
              </a:rPr>
              <a:t>of </a:t>
            </a:r>
            <a:r>
              <a:rPr sz="2000" b="1" spc="-15" dirty="0">
                <a:latin typeface="Calibri"/>
                <a:cs typeface="Calibri"/>
              </a:rPr>
              <a:t>Pages </a:t>
            </a:r>
            <a:r>
              <a:rPr sz="2000" b="1" dirty="0">
                <a:latin typeface="Calibri"/>
                <a:cs typeface="Calibri"/>
              </a:rPr>
              <a:t>Using </a:t>
            </a:r>
            <a:r>
              <a:rPr sz="2000" b="1" spc="-10" dirty="0">
                <a:latin typeface="Calibri"/>
                <a:cs typeface="Calibri"/>
              </a:rPr>
              <a:t>Bootstrap </a:t>
            </a:r>
            <a:r>
              <a:rPr sz="2000" b="1" dirty="0">
                <a:latin typeface="Calibri"/>
                <a:cs typeface="Calibri"/>
              </a:rPr>
              <a:t>&amp;</a:t>
            </a:r>
            <a:r>
              <a:rPr sz="2000" b="1" spc="-20" dirty="0">
                <a:latin typeface="Calibri"/>
                <a:cs typeface="Calibri"/>
              </a:rPr>
              <a:t> </a:t>
            </a:r>
            <a:r>
              <a:rPr sz="2000" b="1" dirty="0">
                <a:latin typeface="Calibri"/>
                <a:cs typeface="Calibri"/>
              </a:rPr>
              <a:t>Angular</a:t>
            </a:r>
            <a:endParaRPr sz="2000" dirty="0">
              <a:latin typeface="Calibri"/>
              <a:cs typeface="Calibri"/>
            </a:endParaRPr>
          </a:p>
        </p:txBody>
      </p:sp>
      <p:sp>
        <p:nvSpPr>
          <p:cNvPr id="16" name="TextBox 15">
            <a:extLst>
              <a:ext uri="{FF2B5EF4-FFF2-40B4-BE49-F238E27FC236}">
                <a16:creationId xmlns:a16="http://schemas.microsoft.com/office/drawing/2014/main" id="{6D533FF9-6E7D-4221-ACF3-A3F3ECCF5CE3}"/>
              </a:ext>
            </a:extLst>
          </p:cNvPr>
          <p:cNvSpPr txBox="1"/>
          <p:nvPr/>
        </p:nvSpPr>
        <p:spPr>
          <a:xfrm>
            <a:off x="247750" y="1565418"/>
            <a:ext cx="1219200" cy="369332"/>
          </a:xfrm>
          <a:prstGeom prst="rect">
            <a:avLst/>
          </a:prstGeom>
          <a:noFill/>
        </p:spPr>
        <p:txBody>
          <a:bodyPr wrap="square" rtlCol="0">
            <a:spAutoFit/>
          </a:bodyPr>
          <a:lstStyle/>
          <a:p>
            <a:r>
              <a:rPr lang="en-US" dirty="0"/>
              <a:t>Homepage</a:t>
            </a:r>
          </a:p>
        </p:txBody>
      </p:sp>
      <p:sp>
        <p:nvSpPr>
          <p:cNvPr id="17" name="TextBox 16">
            <a:extLst>
              <a:ext uri="{FF2B5EF4-FFF2-40B4-BE49-F238E27FC236}">
                <a16:creationId xmlns:a16="http://schemas.microsoft.com/office/drawing/2014/main" id="{C2737139-63E7-4889-B7C5-5B0FC54C2C58}"/>
              </a:ext>
            </a:extLst>
          </p:cNvPr>
          <p:cNvSpPr txBox="1"/>
          <p:nvPr/>
        </p:nvSpPr>
        <p:spPr>
          <a:xfrm>
            <a:off x="5708904" y="1487292"/>
            <a:ext cx="1834896" cy="369332"/>
          </a:xfrm>
          <a:prstGeom prst="rect">
            <a:avLst/>
          </a:prstGeom>
          <a:noFill/>
        </p:spPr>
        <p:txBody>
          <a:bodyPr wrap="square" rtlCol="0">
            <a:spAutoFit/>
          </a:bodyPr>
          <a:lstStyle/>
          <a:p>
            <a:r>
              <a:rPr lang="en-US" dirty="0"/>
              <a:t>Registration page</a:t>
            </a:r>
          </a:p>
        </p:txBody>
      </p:sp>
      <p:sp>
        <p:nvSpPr>
          <p:cNvPr id="18" name="TextBox 17">
            <a:extLst>
              <a:ext uri="{FF2B5EF4-FFF2-40B4-BE49-F238E27FC236}">
                <a16:creationId xmlns:a16="http://schemas.microsoft.com/office/drawing/2014/main" id="{492169D3-44DD-4BD2-9CE0-B779A6A439AD}"/>
              </a:ext>
            </a:extLst>
          </p:cNvPr>
          <p:cNvSpPr txBox="1"/>
          <p:nvPr/>
        </p:nvSpPr>
        <p:spPr>
          <a:xfrm>
            <a:off x="2084292" y="4121651"/>
            <a:ext cx="1308956" cy="369332"/>
          </a:xfrm>
          <a:prstGeom prst="rect">
            <a:avLst/>
          </a:prstGeom>
          <a:noFill/>
        </p:spPr>
        <p:txBody>
          <a:bodyPr wrap="square" rtlCol="0">
            <a:spAutoFit/>
          </a:bodyPr>
          <a:lstStyle/>
          <a:p>
            <a:r>
              <a:rPr lang="en-US" dirty="0"/>
              <a:t>Profile page</a:t>
            </a:r>
          </a:p>
        </p:txBody>
      </p:sp>
      <p:sp>
        <p:nvSpPr>
          <p:cNvPr id="19" name="TextBox 18">
            <a:extLst>
              <a:ext uri="{FF2B5EF4-FFF2-40B4-BE49-F238E27FC236}">
                <a16:creationId xmlns:a16="http://schemas.microsoft.com/office/drawing/2014/main" id="{E42A6A40-D6B8-40C4-A355-1F4D1B3E2527}"/>
              </a:ext>
            </a:extLst>
          </p:cNvPr>
          <p:cNvSpPr txBox="1"/>
          <p:nvPr/>
        </p:nvSpPr>
        <p:spPr>
          <a:xfrm>
            <a:off x="2266385" y="1576603"/>
            <a:ext cx="1196207" cy="369332"/>
          </a:xfrm>
          <a:prstGeom prst="rect">
            <a:avLst/>
          </a:prstGeom>
          <a:noFill/>
        </p:spPr>
        <p:txBody>
          <a:bodyPr wrap="square" rtlCol="0">
            <a:spAutoFit/>
          </a:bodyPr>
          <a:lstStyle/>
          <a:p>
            <a:r>
              <a:rPr lang="en-US" dirty="0"/>
              <a:t>Login page</a:t>
            </a:r>
          </a:p>
        </p:txBody>
      </p:sp>
      <p:pic>
        <p:nvPicPr>
          <p:cNvPr id="20" name="Picture 19">
            <a:extLst>
              <a:ext uri="{FF2B5EF4-FFF2-40B4-BE49-F238E27FC236}">
                <a16:creationId xmlns:a16="http://schemas.microsoft.com/office/drawing/2014/main" id="{CA18507E-EF9D-2942-B82B-3603B073D5F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47750" y="1980176"/>
            <a:ext cx="1696996" cy="2934107"/>
          </a:xfrm>
          <a:prstGeom prst="rect">
            <a:avLst/>
          </a:prstGeom>
        </p:spPr>
      </p:pic>
      <p:pic>
        <p:nvPicPr>
          <p:cNvPr id="22" name="Picture 21">
            <a:extLst>
              <a:ext uri="{FF2B5EF4-FFF2-40B4-BE49-F238E27FC236}">
                <a16:creationId xmlns:a16="http://schemas.microsoft.com/office/drawing/2014/main" id="{24DF9E0E-4FA6-1063-2D20-9CBC13B2C588}"/>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b="32222"/>
          <a:stretch/>
        </p:blipFill>
        <p:spPr>
          <a:xfrm>
            <a:off x="2084292" y="1970317"/>
            <a:ext cx="2792508" cy="1900929"/>
          </a:xfrm>
          <a:prstGeom prst="rect">
            <a:avLst/>
          </a:prstGeom>
        </p:spPr>
      </p:pic>
      <p:pic>
        <p:nvPicPr>
          <p:cNvPr id="24" name="Picture 23">
            <a:extLst>
              <a:ext uri="{FF2B5EF4-FFF2-40B4-BE49-F238E27FC236}">
                <a16:creationId xmlns:a16="http://schemas.microsoft.com/office/drawing/2014/main" id="{8E767D05-5A8B-C069-73D3-EDBE526CA2F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701992" y="1922371"/>
            <a:ext cx="2584318" cy="2991912"/>
          </a:xfrm>
          <a:prstGeom prst="rect">
            <a:avLst/>
          </a:prstGeom>
        </p:spPr>
      </p:pic>
      <p:pic>
        <p:nvPicPr>
          <p:cNvPr id="25" name="Picture 24">
            <a:extLst>
              <a:ext uri="{FF2B5EF4-FFF2-40B4-BE49-F238E27FC236}">
                <a16:creationId xmlns:a16="http://schemas.microsoft.com/office/drawing/2014/main" id="{C6BB068D-1CD1-333D-661F-68C07123C0E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434200" y="4047769"/>
            <a:ext cx="1410535" cy="2518136"/>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3792" y="429005"/>
            <a:ext cx="4493895" cy="452120"/>
          </a:xfrm>
          <a:prstGeom prst="rect">
            <a:avLst/>
          </a:prstGeom>
        </p:spPr>
        <p:txBody>
          <a:bodyPr vert="horz" wrap="square" lIns="0" tIns="12065" rIns="0" bIns="0" rtlCol="0">
            <a:spAutoFit/>
          </a:bodyPr>
          <a:lstStyle/>
          <a:p>
            <a:pPr marL="12700">
              <a:lnSpc>
                <a:spcPct val="100000"/>
              </a:lnSpc>
              <a:spcBef>
                <a:spcPts val="95"/>
              </a:spcBef>
            </a:pPr>
            <a:r>
              <a:rPr spc="-5"/>
              <a:t>1</a:t>
            </a:r>
            <a:r>
              <a:rPr lang="en-US" spc="-5"/>
              <a:t>5</a:t>
            </a:r>
            <a:r>
              <a:rPr spc="-5"/>
              <a:t>. </a:t>
            </a:r>
            <a:r>
              <a:rPr spc="-5" dirty="0"/>
              <a:t>Proposed Improvements</a:t>
            </a:r>
          </a:p>
        </p:txBody>
      </p:sp>
      <p:sp>
        <p:nvSpPr>
          <p:cNvPr id="3" name="object 3"/>
          <p:cNvSpPr/>
          <p:nvPr/>
        </p:nvSpPr>
        <p:spPr>
          <a:xfrm>
            <a:off x="60960" y="1171955"/>
            <a:ext cx="8945880" cy="5635752"/>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15240" y="1147572"/>
            <a:ext cx="8336280" cy="2898647"/>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108204" y="1196338"/>
            <a:ext cx="8856345" cy="5546090"/>
          </a:xfrm>
          <a:custGeom>
            <a:avLst/>
            <a:gdLst/>
            <a:ahLst/>
            <a:cxnLst/>
            <a:rect l="l" t="t" r="r" b="b"/>
            <a:pathLst>
              <a:path w="8856345" h="5546090">
                <a:moveTo>
                  <a:pt x="0" y="5545836"/>
                </a:moveTo>
                <a:lnTo>
                  <a:pt x="8855964" y="5545836"/>
                </a:lnTo>
                <a:lnTo>
                  <a:pt x="8855964" y="0"/>
                </a:lnTo>
                <a:lnTo>
                  <a:pt x="0" y="0"/>
                </a:lnTo>
                <a:lnTo>
                  <a:pt x="0" y="5545836"/>
                </a:lnTo>
                <a:close/>
              </a:path>
            </a:pathLst>
          </a:custGeom>
          <a:solidFill>
            <a:srgbClr val="F1F1F1"/>
          </a:solidFill>
        </p:spPr>
        <p:txBody>
          <a:bodyPr wrap="square" lIns="0" tIns="0" rIns="0" bIns="0" rtlCol="0"/>
          <a:lstStyle/>
          <a:p>
            <a:endParaRPr/>
          </a:p>
        </p:txBody>
      </p:sp>
      <p:sp>
        <p:nvSpPr>
          <p:cNvPr id="6" name="object 6"/>
          <p:cNvSpPr/>
          <p:nvPr/>
        </p:nvSpPr>
        <p:spPr>
          <a:xfrm>
            <a:off x="108204" y="1196338"/>
            <a:ext cx="8856345" cy="5546090"/>
          </a:xfrm>
          <a:custGeom>
            <a:avLst/>
            <a:gdLst/>
            <a:ahLst/>
            <a:cxnLst/>
            <a:rect l="l" t="t" r="r" b="b"/>
            <a:pathLst>
              <a:path w="8856345" h="5546090">
                <a:moveTo>
                  <a:pt x="0" y="5545836"/>
                </a:moveTo>
                <a:lnTo>
                  <a:pt x="8855964" y="5545836"/>
                </a:lnTo>
                <a:lnTo>
                  <a:pt x="8855964" y="0"/>
                </a:lnTo>
                <a:lnTo>
                  <a:pt x="0" y="0"/>
                </a:lnTo>
                <a:lnTo>
                  <a:pt x="0" y="5545836"/>
                </a:lnTo>
                <a:close/>
              </a:path>
            </a:pathLst>
          </a:custGeom>
          <a:ln w="9144">
            <a:solidFill>
              <a:srgbClr val="000000"/>
            </a:solidFill>
          </a:ln>
        </p:spPr>
        <p:txBody>
          <a:bodyPr wrap="square" lIns="0" tIns="0" rIns="0" bIns="0" rtlCol="0"/>
          <a:lstStyle/>
          <a:p>
            <a:endParaRPr/>
          </a:p>
        </p:txBody>
      </p:sp>
      <p:sp>
        <p:nvSpPr>
          <p:cNvPr id="7" name="object 7"/>
          <p:cNvSpPr txBox="1"/>
          <p:nvPr/>
        </p:nvSpPr>
        <p:spPr>
          <a:xfrm>
            <a:off x="186639" y="1128083"/>
            <a:ext cx="7947025" cy="761106"/>
          </a:xfrm>
          <a:prstGeom prst="rect">
            <a:avLst/>
          </a:prstGeom>
        </p:spPr>
        <p:txBody>
          <a:bodyPr vert="horz" wrap="square" lIns="0" tIns="98425" rIns="0" bIns="0" rtlCol="0">
            <a:spAutoFit/>
          </a:bodyPr>
          <a:lstStyle/>
          <a:p>
            <a:pPr marL="299085" indent="-286385">
              <a:lnSpc>
                <a:spcPct val="100000"/>
              </a:lnSpc>
              <a:spcBef>
                <a:spcPts val="775"/>
              </a:spcBef>
              <a:buFont typeface="Wingdings"/>
              <a:buChar char=""/>
              <a:tabLst>
                <a:tab pos="299720" algn="l"/>
              </a:tabLst>
            </a:pPr>
            <a:r>
              <a:rPr sz="2000" b="1" spc="-5" dirty="0">
                <a:latin typeface="Calibri"/>
                <a:cs typeface="Calibri"/>
              </a:rPr>
              <a:t>List </a:t>
            </a:r>
            <a:r>
              <a:rPr sz="2000" b="1" dirty="0">
                <a:latin typeface="Calibri"/>
                <a:cs typeface="Calibri"/>
              </a:rPr>
              <a:t>of</a:t>
            </a:r>
            <a:r>
              <a:rPr sz="2000" b="1" spc="-20" dirty="0">
                <a:latin typeface="Calibri"/>
                <a:cs typeface="Calibri"/>
              </a:rPr>
              <a:t> </a:t>
            </a:r>
            <a:r>
              <a:rPr sz="2000" b="1" spc="-5" dirty="0">
                <a:latin typeface="Calibri"/>
                <a:cs typeface="Calibri"/>
              </a:rPr>
              <a:t>Improvements</a:t>
            </a:r>
            <a:endParaRPr sz="2000" dirty="0">
              <a:latin typeface="Calibri"/>
              <a:cs typeface="Calibri"/>
            </a:endParaRPr>
          </a:p>
          <a:p>
            <a:pPr marL="756285" lvl="1" indent="-286385">
              <a:lnSpc>
                <a:spcPct val="100000"/>
              </a:lnSpc>
              <a:spcBef>
                <a:spcPts val="610"/>
              </a:spcBef>
              <a:buFont typeface="Wingdings"/>
              <a:buChar char=""/>
              <a:tabLst>
                <a:tab pos="756285" algn="l"/>
                <a:tab pos="756920" algn="l"/>
              </a:tabLst>
            </a:pPr>
            <a:r>
              <a:rPr lang="en-US" sz="1800" spc="-10" dirty="0">
                <a:latin typeface="Calibri"/>
                <a:cs typeface="Calibri"/>
              </a:rPr>
              <a:t>Using only service to get all the data to achieve good data flow/management</a:t>
            </a:r>
            <a:endParaRPr sz="1800" dirty="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650</TotalTime>
  <Words>1087</Words>
  <Application>Microsoft Office PowerPoint</Application>
  <PresentationFormat>On-screen Show (4:3)</PresentationFormat>
  <Paragraphs>236</Paragraphs>
  <Slides>27</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Arial MT</vt:lpstr>
      <vt:lpstr>ff-tisa-web-pro</vt:lpstr>
      <vt:lpstr>Arial</vt:lpstr>
      <vt:lpstr>Calibri</vt:lpstr>
      <vt:lpstr>Cambria</vt:lpstr>
      <vt:lpstr>Times New Roman</vt:lpstr>
      <vt:lpstr>Wingdings</vt:lpstr>
      <vt:lpstr>Office Theme</vt:lpstr>
      <vt:lpstr>Design &amp; Develop Front End Community Portal</vt:lpstr>
      <vt:lpstr>Document History</vt:lpstr>
      <vt:lpstr>Contents</vt:lpstr>
      <vt:lpstr>1. Development Tools</vt:lpstr>
      <vt:lpstr>2. Feedback Techniques</vt:lpstr>
      <vt:lpstr>3. Pages Inventory</vt:lpstr>
      <vt:lpstr>4. Forms &amp; Pages Design</vt:lpstr>
      <vt:lpstr>4. Forms &amp; Pages Design</vt:lpstr>
      <vt:lpstr>4. Forms &amp; Pages Design</vt:lpstr>
      <vt:lpstr>6. HTML Pages</vt:lpstr>
      <vt:lpstr>6. HTML Pages</vt:lpstr>
      <vt:lpstr>6. HTML Pages</vt:lpstr>
      <vt:lpstr>7. Usability Metrics</vt:lpstr>
      <vt:lpstr>8. User Interaction Steps</vt:lpstr>
      <vt:lpstr>9. User Interaction Flowchart</vt:lpstr>
      <vt:lpstr>10. Prototype Screen</vt:lpstr>
      <vt:lpstr>10. Prototype Screen</vt:lpstr>
      <vt:lpstr>10. Prototype Screen</vt:lpstr>
      <vt:lpstr>10. Prototype Screen</vt:lpstr>
      <vt:lpstr>10. Prototype Screen</vt:lpstr>
      <vt:lpstr>11. Usability Test</vt:lpstr>
      <vt:lpstr>11. Usability Test</vt:lpstr>
      <vt:lpstr>11. Usability Test</vt:lpstr>
      <vt:lpstr>12. Project Milestones &amp; Tasks</vt:lpstr>
      <vt:lpstr>14. Project Results (1/2)</vt:lpstr>
      <vt:lpstr>14. Project Results (2/2)</vt:lpstr>
      <vt:lpstr>15. Proposed Improvements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Joscans</dc:creator>
  <cp:lastModifiedBy>Viddy Purnama</cp:lastModifiedBy>
  <cp:revision>55</cp:revision>
  <dcterms:created xsi:type="dcterms:W3CDTF">2019-08-03T07:20:33Z</dcterms:created>
  <dcterms:modified xsi:type="dcterms:W3CDTF">2022-07-30T02:17:47Z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2019-06-17T00:00:00Z</vt:filetime>
  </property>
  <property fmtid="{D5CDD505-2E9C-101B-9397-08002B2CF9AE}" pid="3" name="Creator">
    <vt:lpwstr>Microsoft® PowerPoint® for Office 365</vt:lpwstr>
  </property>
  <property fmtid="{D5CDD505-2E9C-101B-9397-08002B2CF9AE}" pid="4" name="LastSaved">
    <vt:filetime>2019-08-03T00:00:00Z</vt:filetime>
  </property>
</Properties>
</file>