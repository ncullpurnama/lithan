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1" r:id="rId5"/>
    <p:sldMasterId id="2147483654" r:id="rId6"/>
  </p:sldMasterIdLst>
  <p:notesMasterIdLst>
    <p:notesMasterId r:id="rId23"/>
  </p:notesMasterIdLst>
  <p:handoutMasterIdLst>
    <p:handoutMasterId r:id="rId24"/>
  </p:handoutMasterIdLst>
  <p:sldIdLst>
    <p:sldId id="338" r:id="rId7"/>
    <p:sldId id="372" r:id="rId8"/>
    <p:sldId id="494" r:id="rId9"/>
    <p:sldId id="534" r:id="rId10"/>
    <p:sldId id="537" r:id="rId11"/>
    <p:sldId id="536" r:id="rId12"/>
    <p:sldId id="538" r:id="rId13"/>
    <p:sldId id="540" r:id="rId14"/>
    <p:sldId id="543" r:id="rId15"/>
    <p:sldId id="505" r:id="rId16"/>
    <p:sldId id="496" r:id="rId17"/>
    <p:sldId id="501" r:id="rId18"/>
    <p:sldId id="513" r:id="rId19"/>
    <p:sldId id="502" r:id="rId20"/>
    <p:sldId id="544" r:id="rId21"/>
    <p:sldId id="504" r:id="rId22"/>
  </p:sldIdLst>
  <p:sldSz cx="9144000" cy="6858000" type="screen4x3"/>
  <p:notesSz cx="9939338" cy="6807200"/>
  <p:custDataLst>
    <p:tags r:id="rId25"/>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ヒラギノ角ゴ Pro W3"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ヒラギノ角ゴ Pro W3"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ヒラギノ角ゴ Pro W3"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ヒラギノ角ゴ Pro W3"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ヒラギノ角ゴ Pro W3" charset="-128"/>
        <a:cs typeface="+mn-cs"/>
      </a:defRPr>
    </a:lvl5pPr>
    <a:lvl6pPr marL="2286000" algn="l" defTabSz="914400" rtl="0" eaLnBrk="1" latinLnBrk="0" hangingPunct="1">
      <a:defRPr kern="1200">
        <a:solidFill>
          <a:schemeClr val="tx1"/>
        </a:solidFill>
        <a:latin typeface="Arial" panose="020B0604020202020204" pitchFamily="34" charset="0"/>
        <a:ea typeface="ヒラギノ角ゴ Pro W3" charset="-128"/>
        <a:cs typeface="+mn-cs"/>
      </a:defRPr>
    </a:lvl6pPr>
    <a:lvl7pPr marL="2743200" algn="l" defTabSz="914400" rtl="0" eaLnBrk="1" latinLnBrk="0" hangingPunct="1">
      <a:defRPr kern="1200">
        <a:solidFill>
          <a:schemeClr val="tx1"/>
        </a:solidFill>
        <a:latin typeface="Arial" panose="020B0604020202020204" pitchFamily="34" charset="0"/>
        <a:ea typeface="ヒラギノ角ゴ Pro W3" charset="-128"/>
        <a:cs typeface="+mn-cs"/>
      </a:defRPr>
    </a:lvl7pPr>
    <a:lvl8pPr marL="3200400" algn="l" defTabSz="914400" rtl="0" eaLnBrk="1" latinLnBrk="0" hangingPunct="1">
      <a:defRPr kern="1200">
        <a:solidFill>
          <a:schemeClr val="tx1"/>
        </a:solidFill>
        <a:latin typeface="Arial" panose="020B0604020202020204" pitchFamily="34" charset="0"/>
        <a:ea typeface="ヒラギノ角ゴ Pro W3" charset="-128"/>
        <a:cs typeface="+mn-cs"/>
      </a:defRPr>
    </a:lvl8pPr>
    <a:lvl9pPr marL="3657600" algn="l" defTabSz="914400" rtl="0" eaLnBrk="1" latinLnBrk="0" hangingPunct="1">
      <a:defRPr kern="1200">
        <a:solidFill>
          <a:schemeClr val="tx1"/>
        </a:solidFill>
        <a:latin typeface="Arial" panose="020B0604020202020204" pitchFamily="34" charset="0"/>
        <a:ea typeface="ヒラギノ角ゴ Pro W3" charset="-128"/>
        <a:cs typeface="+mn-cs"/>
      </a:defRPr>
    </a:lvl9pPr>
  </p:defaultTextStyle>
  <p:extLst>
    <p:ext uri="{EFAFB233-063F-42B5-8137-9DF3F51BA10A}">
      <p15:sldGuideLst xmlns:p15="http://schemas.microsoft.com/office/powerpoint/2012/main">
        <p15:guide id="1" orient="horz" pos="2614">
          <p15:clr>
            <a:srgbClr val="A4A3A4"/>
          </p15:clr>
        </p15:guide>
        <p15:guide id="2" pos="22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4"/>
    <a:srgbClr val="D0D8E8"/>
    <a:srgbClr val="CAD9EC"/>
    <a:srgbClr val="E7CFCF"/>
    <a:srgbClr val="F7FCE0"/>
    <a:srgbClr val="E9F7A3"/>
    <a:srgbClr val="93176C"/>
    <a:srgbClr val="FFCF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4660"/>
  </p:normalViewPr>
  <p:slideViewPr>
    <p:cSldViewPr snapToObjects="1" showGuides="1">
      <p:cViewPr varScale="1">
        <p:scale>
          <a:sx n="65" d="100"/>
          <a:sy n="65" d="100"/>
        </p:scale>
        <p:origin x="1096" y="56"/>
      </p:cViewPr>
      <p:guideLst>
        <p:guide orient="horz" pos="2614"/>
        <p:guide pos="2200"/>
      </p:guideLst>
    </p:cSldViewPr>
  </p:slid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kanth Godhavari Raman" userId="f3e16b2d-1399-42e5-baae-5a6641bf7323" providerId="ADAL" clId="{00C30B5C-E5E1-4BC9-9EF3-4324DC5C6941}"/>
    <pc:docChg chg="addSld modSld">
      <pc:chgData name="Srikanth Godhavari Raman" userId="f3e16b2d-1399-42e5-baae-5a6641bf7323" providerId="ADAL" clId="{00C30B5C-E5E1-4BC9-9EF3-4324DC5C6941}" dt="2020-09-27T12:54:53.020" v="57" actId="20577"/>
      <pc:docMkLst>
        <pc:docMk/>
      </pc:docMkLst>
      <pc:sldChg chg="modSp mod">
        <pc:chgData name="Srikanth Godhavari Raman" userId="f3e16b2d-1399-42e5-baae-5a6641bf7323" providerId="ADAL" clId="{00C30B5C-E5E1-4BC9-9EF3-4324DC5C6941}" dt="2020-09-27T12:52:11.163" v="4" actId="20577"/>
        <pc:sldMkLst>
          <pc:docMk/>
          <pc:sldMk cId="0" sldId="338"/>
        </pc:sldMkLst>
        <pc:spChg chg="mod">
          <ac:chgData name="Srikanth Godhavari Raman" userId="f3e16b2d-1399-42e5-baae-5a6641bf7323" providerId="ADAL" clId="{00C30B5C-E5E1-4BC9-9EF3-4324DC5C6941}" dt="2020-09-27T12:52:11.163" v="4" actId="20577"/>
          <ac:spMkLst>
            <pc:docMk/>
            <pc:sldMk cId="0" sldId="338"/>
            <ac:spMk id="6" creationId="{85DFC0B0-FB48-41B8-9972-916748A1C7B0}"/>
          </ac:spMkLst>
        </pc:spChg>
      </pc:sldChg>
      <pc:sldChg chg="addSp modSp new mod">
        <pc:chgData name="Srikanth Godhavari Raman" userId="f3e16b2d-1399-42e5-baae-5a6641bf7323" providerId="ADAL" clId="{00C30B5C-E5E1-4BC9-9EF3-4324DC5C6941}" dt="2020-09-27T12:54:53.020" v="57" actId="20577"/>
        <pc:sldMkLst>
          <pc:docMk/>
          <pc:sldMk cId="3562007102" sldId="541"/>
        </pc:sldMkLst>
        <pc:spChg chg="mod">
          <ac:chgData name="Srikanth Godhavari Raman" userId="f3e16b2d-1399-42e5-baae-5a6641bf7323" providerId="ADAL" clId="{00C30B5C-E5E1-4BC9-9EF3-4324DC5C6941}" dt="2020-09-27T12:53:07.014" v="44" actId="20577"/>
          <ac:spMkLst>
            <pc:docMk/>
            <pc:sldMk cId="3562007102" sldId="541"/>
            <ac:spMk id="2" creationId="{90B94D4F-E673-471D-BBF6-6D79B2B17710}"/>
          </ac:spMkLst>
        </pc:spChg>
        <pc:spChg chg="add mod">
          <ac:chgData name="Srikanth Godhavari Raman" userId="f3e16b2d-1399-42e5-baae-5a6641bf7323" providerId="ADAL" clId="{00C30B5C-E5E1-4BC9-9EF3-4324DC5C6941}" dt="2020-09-27T12:54:53.020" v="57" actId="20577"/>
          <ac:spMkLst>
            <pc:docMk/>
            <pc:sldMk cId="3562007102" sldId="541"/>
            <ac:spMk id="4" creationId="{14D21595-9C18-4DA1-B7F6-45CA26796CA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03604F-02DC-482D-AFEE-5BDBA002C04A}"/>
              </a:ext>
            </a:extLst>
          </p:cNvPr>
          <p:cNvSpPr>
            <a:spLocks noGrp="1"/>
          </p:cNvSpPr>
          <p:nvPr>
            <p:ph type="hdr" sz="quarter"/>
          </p:nvPr>
        </p:nvSpPr>
        <p:spPr>
          <a:xfrm>
            <a:off x="0" y="0"/>
            <a:ext cx="4306888" cy="341313"/>
          </a:xfrm>
          <a:prstGeom prst="rect">
            <a:avLst/>
          </a:prstGeom>
        </p:spPr>
        <p:txBody>
          <a:bodyPr vert="horz" lIns="91440" tIns="45720" rIns="91440" bIns="45720" rtlCol="0"/>
          <a:lstStyle>
            <a:lvl1pPr algn="l">
              <a:defRPr sz="1200">
                <a:latin typeface="Arial" panose="020B0604020202020204" pitchFamily="34" charset="0"/>
                <a:ea typeface="ヒラギノ角ゴ Pro W3" pitchFamily="-65" charset="-128"/>
                <a:cs typeface="+mn-cs"/>
              </a:defRPr>
            </a:lvl1pPr>
          </a:lstStyle>
          <a:p>
            <a:pPr>
              <a:defRPr/>
            </a:pPr>
            <a:endParaRPr lang="en-US"/>
          </a:p>
        </p:txBody>
      </p:sp>
      <p:sp>
        <p:nvSpPr>
          <p:cNvPr id="3" name="Date Placeholder 2">
            <a:extLst>
              <a:ext uri="{FF2B5EF4-FFF2-40B4-BE49-F238E27FC236}">
                <a16:creationId xmlns:a16="http://schemas.microsoft.com/office/drawing/2014/main" id="{A8AD8BAF-504F-489F-B142-D79120DD46B9}"/>
              </a:ext>
            </a:extLst>
          </p:cNvPr>
          <p:cNvSpPr>
            <a:spLocks noGrp="1"/>
          </p:cNvSpPr>
          <p:nvPr>
            <p:ph type="dt" sz="quarter" idx="1"/>
          </p:nvPr>
        </p:nvSpPr>
        <p:spPr>
          <a:xfrm>
            <a:off x="5630863" y="0"/>
            <a:ext cx="4306887" cy="341313"/>
          </a:xfrm>
          <a:prstGeom prst="rect">
            <a:avLst/>
          </a:prstGeom>
        </p:spPr>
        <p:txBody>
          <a:bodyPr vert="horz" wrap="square" lIns="91440" tIns="45720" rIns="91440" bIns="45720" numCol="1" anchor="t" anchorCtr="0" compatLnSpc="1">
            <a:prstTxWarp prst="textNoShape">
              <a:avLst/>
            </a:prstTxWarp>
          </a:bodyPr>
          <a:lstStyle>
            <a:lvl1pPr algn="r">
              <a:defRPr sz="1200">
                <a:ea typeface="ヒラギノ角ゴ Pro W3" pitchFamily="1" charset="-128"/>
              </a:defRPr>
            </a:lvl1pPr>
          </a:lstStyle>
          <a:p>
            <a:pPr>
              <a:defRPr/>
            </a:pPr>
            <a:fld id="{7D0E23B5-E032-41A0-A9E8-F318D9478D12}" type="datetimeFigureOut">
              <a:rPr lang="en-US" altLang="en-US"/>
              <a:pPr>
                <a:defRPr/>
              </a:pPr>
              <a:t>8/22/2022</a:t>
            </a:fld>
            <a:endParaRPr lang="en-US" altLang="en-US"/>
          </a:p>
        </p:txBody>
      </p:sp>
      <p:sp>
        <p:nvSpPr>
          <p:cNvPr id="4" name="Footer Placeholder 3">
            <a:extLst>
              <a:ext uri="{FF2B5EF4-FFF2-40B4-BE49-F238E27FC236}">
                <a16:creationId xmlns:a16="http://schemas.microsoft.com/office/drawing/2014/main" id="{9ABF372D-7742-458B-887F-126A48255DAC}"/>
              </a:ext>
            </a:extLst>
          </p:cNvPr>
          <p:cNvSpPr>
            <a:spLocks noGrp="1"/>
          </p:cNvSpPr>
          <p:nvPr>
            <p:ph type="ftr" sz="quarter" idx="2"/>
          </p:nvPr>
        </p:nvSpPr>
        <p:spPr>
          <a:xfrm>
            <a:off x="0" y="6465888"/>
            <a:ext cx="4306888" cy="341312"/>
          </a:xfrm>
          <a:prstGeom prst="rect">
            <a:avLst/>
          </a:prstGeom>
        </p:spPr>
        <p:txBody>
          <a:bodyPr vert="horz" lIns="91440" tIns="45720" rIns="91440" bIns="45720" rtlCol="0" anchor="b"/>
          <a:lstStyle>
            <a:lvl1pPr algn="l">
              <a:defRPr sz="1200">
                <a:latin typeface="Arial" panose="020B0604020202020204" pitchFamily="34" charset="0"/>
                <a:ea typeface="ヒラギノ角ゴ Pro W3" pitchFamily="-65" charset="-128"/>
                <a:cs typeface="+mn-cs"/>
              </a:defRPr>
            </a:lvl1pPr>
          </a:lstStyle>
          <a:p>
            <a:pPr>
              <a:defRPr/>
            </a:pPr>
            <a:endParaRPr lang="en-US"/>
          </a:p>
        </p:txBody>
      </p:sp>
      <p:sp>
        <p:nvSpPr>
          <p:cNvPr id="5" name="Slide Number Placeholder 4">
            <a:extLst>
              <a:ext uri="{FF2B5EF4-FFF2-40B4-BE49-F238E27FC236}">
                <a16:creationId xmlns:a16="http://schemas.microsoft.com/office/drawing/2014/main" id="{9BEC907A-1B62-49FB-962A-1ADE5F31CE0D}"/>
              </a:ext>
            </a:extLst>
          </p:cNvPr>
          <p:cNvSpPr>
            <a:spLocks noGrp="1"/>
          </p:cNvSpPr>
          <p:nvPr>
            <p:ph type="sldNum" sz="quarter" idx="3"/>
          </p:nvPr>
        </p:nvSpPr>
        <p:spPr>
          <a:xfrm>
            <a:off x="5630863" y="6465888"/>
            <a:ext cx="4306887" cy="341312"/>
          </a:xfrm>
          <a:prstGeom prst="rect">
            <a:avLst/>
          </a:prstGeom>
        </p:spPr>
        <p:txBody>
          <a:bodyPr vert="horz" wrap="square" lIns="91440" tIns="45720" rIns="91440" bIns="45720" numCol="1" anchor="b" anchorCtr="0" compatLnSpc="1">
            <a:prstTxWarp prst="textNoShape">
              <a:avLst/>
            </a:prstTxWarp>
          </a:bodyPr>
          <a:lstStyle>
            <a:lvl1pPr algn="r">
              <a:defRPr sz="1200">
                <a:ea typeface="ヒラギノ角ゴ Pro W3" pitchFamily="2" charset="-128"/>
              </a:defRPr>
            </a:lvl1pPr>
          </a:lstStyle>
          <a:p>
            <a:pPr>
              <a:defRPr/>
            </a:pPr>
            <a:fld id="{4B13ACCF-08E0-430C-9A9D-1845EB7725C1}"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6C99510-02CE-4AD1-A9E9-7C68FAA6CC4B}"/>
              </a:ext>
            </a:extLst>
          </p:cNvPr>
          <p:cNvSpPr>
            <a:spLocks noGrp="1"/>
          </p:cNvSpPr>
          <p:nvPr>
            <p:ph type="hdr" sz="quarter"/>
          </p:nvPr>
        </p:nvSpPr>
        <p:spPr>
          <a:xfrm>
            <a:off x="0" y="0"/>
            <a:ext cx="4306888" cy="339725"/>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ea typeface="ヒラギノ角ゴ Pro W3" pitchFamily="-65" charset="-128"/>
                <a:cs typeface="+mn-cs"/>
              </a:defRPr>
            </a:lvl1pPr>
          </a:lstStyle>
          <a:p>
            <a:pPr>
              <a:defRPr/>
            </a:pPr>
            <a:endParaRPr lang="en-SG"/>
          </a:p>
        </p:txBody>
      </p:sp>
      <p:sp>
        <p:nvSpPr>
          <p:cNvPr id="3" name="Date Placeholder 2">
            <a:extLst>
              <a:ext uri="{FF2B5EF4-FFF2-40B4-BE49-F238E27FC236}">
                <a16:creationId xmlns:a16="http://schemas.microsoft.com/office/drawing/2014/main" id="{3BD59BC2-A268-4048-892D-C2165FB61C36}"/>
              </a:ext>
            </a:extLst>
          </p:cNvPr>
          <p:cNvSpPr>
            <a:spLocks noGrp="1"/>
          </p:cNvSpPr>
          <p:nvPr>
            <p:ph type="dt" idx="1"/>
          </p:nvPr>
        </p:nvSpPr>
        <p:spPr>
          <a:xfrm>
            <a:off x="5630863" y="0"/>
            <a:ext cx="4306887" cy="339725"/>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ea typeface="ヒラギノ角ゴ Pro W3" pitchFamily="1" charset="-128"/>
              </a:defRPr>
            </a:lvl1pPr>
          </a:lstStyle>
          <a:p>
            <a:pPr>
              <a:defRPr/>
            </a:pPr>
            <a:fld id="{D2EE04E8-31F4-42C2-B95E-BFDAFD2674DA}" type="datetimeFigureOut">
              <a:rPr lang="en-US" altLang="en-US"/>
              <a:pPr>
                <a:defRPr/>
              </a:pPr>
              <a:t>8/22/2022</a:t>
            </a:fld>
            <a:endParaRPr lang="en-US" altLang="en-US"/>
          </a:p>
        </p:txBody>
      </p:sp>
      <p:sp>
        <p:nvSpPr>
          <p:cNvPr id="4" name="Slide Image Placeholder 3">
            <a:extLst>
              <a:ext uri="{FF2B5EF4-FFF2-40B4-BE49-F238E27FC236}">
                <a16:creationId xmlns:a16="http://schemas.microsoft.com/office/drawing/2014/main" id="{D456ECF8-1E2B-455B-9DC0-85BB74547141}"/>
              </a:ext>
            </a:extLst>
          </p:cNvPr>
          <p:cNvSpPr>
            <a:spLocks noGrp="1" noRot="1" noChangeAspect="1"/>
          </p:cNvSpPr>
          <p:nvPr>
            <p:ph type="sldImg" idx="2"/>
          </p:nvPr>
        </p:nvSpPr>
        <p:spPr>
          <a:xfrm>
            <a:off x="3268663" y="511175"/>
            <a:ext cx="3402012" cy="2551113"/>
          </a:xfrm>
          <a:prstGeom prst="rect">
            <a:avLst/>
          </a:prstGeom>
          <a:noFill/>
          <a:ln w="12700">
            <a:solidFill>
              <a:prstClr val="black"/>
            </a:solidFill>
          </a:ln>
        </p:spPr>
        <p:txBody>
          <a:bodyPr vert="horz" lIns="91440" tIns="45720" rIns="91440" bIns="45720" rtlCol="0" anchor="ctr"/>
          <a:lstStyle/>
          <a:p>
            <a:pPr lvl="0"/>
            <a:endParaRPr lang="en-SG" noProof="0"/>
          </a:p>
        </p:txBody>
      </p:sp>
      <p:sp>
        <p:nvSpPr>
          <p:cNvPr id="5" name="Notes Placeholder 4">
            <a:extLst>
              <a:ext uri="{FF2B5EF4-FFF2-40B4-BE49-F238E27FC236}">
                <a16:creationId xmlns:a16="http://schemas.microsoft.com/office/drawing/2014/main" id="{7089C99F-EA2B-4EE6-B715-31A1319F021A}"/>
              </a:ext>
            </a:extLst>
          </p:cNvPr>
          <p:cNvSpPr>
            <a:spLocks noGrp="1"/>
          </p:cNvSpPr>
          <p:nvPr>
            <p:ph type="body" sz="quarter" idx="3"/>
          </p:nvPr>
        </p:nvSpPr>
        <p:spPr>
          <a:xfrm>
            <a:off x="993775" y="3232150"/>
            <a:ext cx="7951788" cy="3063875"/>
          </a:xfrm>
          <a:prstGeom prst="rect">
            <a:avLst/>
          </a:prstGeom>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SG" noProof="0"/>
          </a:p>
        </p:txBody>
      </p:sp>
      <p:sp>
        <p:nvSpPr>
          <p:cNvPr id="6" name="Footer Placeholder 5">
            <a:extLst>
              <a:ext uri="{FF2B5EF4-FFF2-40B4-BE49-F238E27FC236}">
                <a16:creationId xmlns:a16="http://schemas.microsoft.com/office/drawing/2014/main" id="{13C3C1ED-1BF8-4E8B-B031-126FB30D8B9A}"/>
              </a:ext>
            </a:extLst>
          </p:cNvPr>
          <p:cNvSpPr>
            <a:spLocks noGrp="1"/>
          </p:cNvSpPr>
          <p:nvPr>
            <p:ph type="ftr" sz="quarter" idx="4"/>
          </p:nvPr>
        </p:nvSpPr>
        <p:spPr>
          <a:xfrm>
            <a:off x="0" y="6465888"/>
            <a:ext cx="4306888" cy="339725"/>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ea typeface="ヒラギノ角ゴ Pro W3" pitchFamily="-65" charset="-128"/>
                <a:cs typeface="+mn-cs"/>
              </a:defRPr>
            </a:lvl1pPr>
          </a:lstStyle>
          <a:p>
            <a:pPr>
              <a:defRPr/>
            </a:pPr>
            <a:endParaRPr lang="en-SG"/>
          </a:p>
        </p:txBody>
      </p:sp>
      <p:sp>
        <p:nvSpPr>
          <p:cNvPr id="7" name="Slide Number Placeholder 6">
            <a:extLst>
              <a:ext uri="{FF2B5EF4-FFF2-40B4-BE49-F238E27FC236}">
                <a16:creationId xmlns:a16="http://schemas.microsoft.com/office/drawing/2014/main" id="{18951131-2388-4048-9ABA-5F914F9F9AC2}"/>
              </a:ext>
            </a:extLst>
          </p:cNvPr>
          <p:cNvSpPr>
            <a:spLocks noGrp="1"/>
          </p:cNvSpPr>
          <p:nvPr>
            <p:ph type="sldNum" sz="quarter" idx="5"/>
          </p:nvPr>
        </p:nvSpPr>
        <p:spPr>
          <a:xfrm>
            <a:off x="5630863" y="6465888"/>
            <a:ext cx="4306887" cy="3397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ea typeface="ヒラギノ角ゴ Pro W3" pitchFamily="2" charset="-128"/>
              </a:defRPr>
            </a:lvl1pPr>
          </a:lstStyle>
          <a:p>
            <a:pPr>
              <a:defRPr/>
            </a:pPr>
            <a:fld id="{BAAEEC78-BEC1-4E73-AE9E-66766B2988D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7E0B277C-17CB-432A-8C2F-5443911898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D43299A5-2104-4241-807A-73BE69A2EF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72" name="Slide Number Placeholder 3">
            <a:extLst>
              <a:ext uri="{FF2B5EF4-FFF2-40B4-BE49-F238E27FC236}">
                <a16:creationId xmlns:a16="http://schemas.microsoft.com/office/drawing/2014/main" id="{2C8B8FC2-0C9A-462D-A65B-0B241A10AC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fld id="{5C141B1B-7171-4450-B1E9-45D1BE64481E}" type="slidenum">
              <a:rPr lang="en-US" altLang="en-US" smtClean="0"/>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74DBE464-4812-4717-B861-8E652505ABA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4EB7A2B0-A247-4E81-8DB1-8014294EC1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a:extLst>
              <a:ext uri="{FF2B5EF4-FFF2-40B4-BE49-F238E27FC236}">
                <a16:creationId xmlns:a16="http://schemas.microsoft.com/office/drawing/2014/main" id="{177E92BE-F11F-4CBB-88F4-0AF0ADF8A3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fld id="{D8B69888-EF38-425B-96E7-358D72E6EDFE}" type="slidenum">
              <a:rPr lang="en-US" altLang="en-US" smtClean="0"/>
              <a:pPr/>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2517BC44-6A78-4136-BE04-8FD8FC847F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71CCECFB-0CDB-4AA3-8795-9447CE9A54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0484" name="Slide Number Placeholder 3">
            <a:extLst>
              <a:ext uri="{FF2B5EF4-FFF2-40B4-BE49-F238E27FC236}">
                <a16:creationId xmlns:a16="http://schemas.microsoft.com/office/drawing/2014/main" id="{D1835A97-158B-4169-920D-CEDF92C4C3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fld id="{70A7864A-2CA0-4139-ADA5-7C435F860913}" type="slidenum">
              <a:rPr lang="en-US" altLang="en-US" smtClean="0">
                <a:solidFill>
                  <a:srgbClr val="000000"/>
                </a:solidFill>
              </a:rPr>
              <a:pPr/>
              <a:t>10</a:t>
            </a:fld>
            <a:endParaRPr lang="en-US" altLang="en-US">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BE1DBCDE-A288-427C-A944-074E0AE949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7DACFE1E-8280-4CC5-A69E-1AEB920168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9700" name="Slide Number Placeholder 3">
            <a:extLst>
              <a:ext uri="{FF2B5EF4-FFF2-40B4-BE49-F238E27FC236}">
                <a16:creationId xmlns:a16="http://schemas.microsoft.com/office/drawing/2014/main" id="{F0DE737C-8BC5-4758-9BCE-E701F0FC47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fld id="{634DB49E-AA0E-46D7-9352-E3A300B8E8C6}" type="slidenum">
              <a:rPr lang="en-US" altLang="en-US" smtClean="0">
                <a:solidFill>
                  <a:srgbClr val="000000"/>
                </a:solidFill>
              </a:rPr>
              <a:pPr/>
              <a:t>11</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0666F4D4-82BA-4492-A54E-91E11B65D3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BE879E88-B410-441F-9859-D77264522A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3796" name="Slide Number Placeholder 3">
            <a:extLst>
              <a:ext uri="{FF2B5EF4-FFF2-40B4-BE49-F238E27FC236}">
                <a16:creationId xmlns:a16="http://schemas.microsoft.com/office/drawing/2014/main" id="{A75F97AA-0C2D-4C04-A715-C038F28934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fld id="{521F76DF-9AFC-4138-B158-A3996032228C}" type="slidenum">
              <a:rPr lang="en-US" altLang="en-US" smtClean="0">
                <a:solidFill>
                  <a:srgbClr val="000000"/>
                </a:solidFill>
              </a:rPr>
              <a:pPr/>
              <a:t>12</a:t>
            </a:fld>
            <a:endParaRPr lang="en-US" altLang="en-US">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83128059-7841-4BD6-BB80-F52422BC74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B8BCBCC6-6713-4FC3-8868-2E4906BF5B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6868" name="Slide Number Placeholder 3">
            <a:extLst>
              <a:ext uri="{FF2B5EF4-FFF2-40B4-BE49-F238E27FC236}">
                <a16:creationId xmlns:a16="http://schemas.microsoft.com/office/drawing/2014/main" id="{BB86AA2F-F8AA-4D81-88D4-F744437ED89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fld id="{EB850B30-BB0F-4867-8806-ADEA3534A677}" type="slidenum">
              <a:rPr lang="en-US" altLang="en-US" smtClean="0">
                <a:solidFill>
                  <a:srgbClr val="000000"/>
                </a:solidFill>
              </a:rPr>
              <a:pPr/>
              <a:t>14</a:t>
            </a:fld>
            <a:endParaRPr lang="en-US" altLang="en-US">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83128059-7841-4BD6-BB80-F52422BC74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B8BCBCC6-6713-4FC3-8868-2E4906BF5B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6868" name="Slide Number Placeholder 3">
            <a:extLst>
              <a:ext uri="{FF2B5EF4-FFF2-40B4-BE49-F238E27FC236}">
                <a16:creationId xmlns:a16="http://schemas.microsoft.com/office/drawing/2014/main" id="{BB86AA2F-F8AA-4D81-88D4-F744437ED89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fld id="{EB850B30-BB0F-4867-8806-ADEA3534A677}" type="slidenum">
              <a:rPr lang="en-US" altLang="en-US" smtClean="0">
                <a:solidFill>
                  <a:srgbClr val="000000"/>
                </a:solidFill>
              </a:rPr>
              <a:pPr/>
              <a:t>15</a:t>
            </a:fld>
            <a:endParaRPr lang="en-US" altLang="en-US">
              <a:solidFill>
                <a:srgbClr val="000000"/>
              </a:solidFill>
            </a:endParaRPr>
          </a:p>
        </p:txBody>
      </p:sp>
    </p:spTree>
    <p:extLst>
      <p:ext uri="{BB962C8B-B14F-4D97-AF65-F5344CB8AC3E}">
        <p14:creationId xmlns:p14="http://schemas.microsoft.com/office/powerpoint/2010/main" val="3803536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F64E1642-CBF8-4B98-B948-921CE0185E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6EF03B1E-CB2B-47EE-A944-E65E192F7C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8916" name="Slide Number Placeholder 3">
            <a:extLst>
              <a:ext uri="{FF2B5EF4-FFF2-40B4-BE49-F238E27FC236}">
                <a16:creationId xmlns:a16="http://schemas.microsoft.com/office/drawing/2014/main" id="{804829CB-1C5B-4443-944F-4E118684A30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fld id="{11DFFAE4-DBB8-425A-A86B-2CD7B54AD074}" type="slidenum">
              <a:rPr lang="en-US" altLang="en-US" smtClean="0">
                <a:solidFill>
                  <a:srgbClr val="000000"/>
                </a:solidFill>
              </a:rPr>
              <a:pPr/>
              <a:t>16</a:t>
            </a:fld>
            <a:endParaRPr lang="en-US" altLang="en-US">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4"/>
          <p:cNvSpPr>
            <a:spLocks noGrp="1"/>
          </p:cNvSpPr>
          <p:nvPr>
            <p:ph type="title"/>
          </p:nvPr>
        </p:nvSpPr>
        <p:spPr bwMode="auto">
          <a:xfrm>
            <a:off x="179513" y="404664"/>
            <a:ext cx="5820767" cy="4572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a:defRPr sz="1950" b="1">
                <a:solidFill>
                  <a:schemeClr val="bg1"/>
                </a:solidFill>
              </a:defRPr>
            </a:lvl1pPr>
          </a:lstStyle>
          <a:p>
            <a:endParaRPr lang="en-US" dirty="0"/>
          </a:p>
        </p:txBody>
      </p:sp>
    </p:spTree>
    <p:extLst>
      <p:ext uri="{BB962C8B-B14F-4D97-AF65-F5344CB8AC3E}">
        <p14:creationId xmlns:p14="http://schemas.microsoft.com/office/powerpoint/2010/main" val="612786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2667000"/>
            <a:ext cx="5867400" cy="762000"/>
          </a:xfrm>
          <a:prstGeom prst="rect">
            <a:avLst/>
          </a:prstGeom>
        </p:spPr>
        <p:txBody>
          <a:bodyPr/>
          <a:lstStyle>
            <a:lvl1pPr algn="l">
              <a:defRPr sz="2700" baseline="0">
                <a:solidFill>
                  <a:srgbClr val="93176C"/>
                </a:solidFill>
              </a:defRPr>
            </a:lvl1pPr>
          </a:lstStyle>
          <a:p>
            <a:r>
              <a:rPr lang="en-US"/>
              <a:t>Click to edit Master title style</a:t>
            </a:r>
            <a:endParaRPr lang="en-US" dirty="0"/>
          </a:p>
        </p:txBody>
      </p:sp>
      <p:sp>
        <p:nvSpPr>
          <p:cNvPr id="10" name="Text Placeholder 9"/>
          <p:cNvSpPr>
            <a:spLocks noGrp="1"/>
          </p:cNvSpPr>
          <p:nvPr>
            <p:ph type="body" sz="quarter" idx="10"/>
          </p:nvPr>
        </p:nvSpPr>
        <p:spPr>
          <a:xfrm>
            <a:off x="3048000" y="3429000"/>
            <a:ext cx="5867400" cy="457200"/>
          </a:xfrm>
          <a:prstGeom prst="rect">
            <a:avLst/>
          </a:prstGeom>
        </p:spPr>
        <p:txBody>
          <a:bodyPr vert="horz"/>
          <a:lstStyle>
            <a:lvl1pPr>
              <a:buNone/>
              <a:defRPr sz="1050" baseline="0">
                <a:solidFill>
                  <a:srgbClr val="93176C"/>
                </a:solidFill>
              </a:defRPr>
            </a:lvl1pPr>
          </a:lstStyle>
          <a:p>
            <a:pPr lvl="0"/>
            <a:r>
              <a:rPr lang="en-US"/>
              <a:t>Click to edit Master text styles</a:t>
            </a:r>
          </a:p>
        </p:txBody>
      </p:sp>
    </p:spTree>
    <p:extLst>
      <p:ext uri="{BB962C8B-B14F-4D97-AF65-F5344CB8AC3E}">
        <p14:creationId xmlns:p14="http://schemas.microsoft.com/office/powerpoint/2010/main" val="7537464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Untitled-4.jpg">
            <a:extLst>
              <a:ext uri="{FF2B5EF4-FFF2-40B4-BE49-F238E27FC236}">
                <a16:creationId xmlns:a16="http://schemas.microsoft.com/office/drawing/2014/main" id="{CC49FBEB-E28E-467F-B589-B691FC552E9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28600"/>
            <a:ext cx="8894763"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2">
            <a:extLst>
              <a:ext uri="{FF2B5EF4-FFF2-40B4-BE49-F238E27FC236}">
                <a16:creationId xmlns:a16="http://schemas.microsoft.com/office/drawing/2014/main" id="{F914CA09-5CA4-434F-9526-F5E0FC74C14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789738" y="252413"/>
            <a:ext cx="2081212"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342900" rtl="0" eaLnBrk="0" fontAlgn="base" hangingPunct="0">
        <a:spcBef>
          <a:spcPct val="0"/>
        </a:spcBef>
        <a:spcAft>
          <a:spcPct val="0"/>
        </a:spcAft>
        <a:defRPr sz="3300" kern="1200">
          <a:solidFill>
            <a:schemeClr val="tx1"/>
          </a:solidFill>
          <a:latin typeface="+mj-lt"/>
          <a:ea typeface="ヒラギノ角ゴ Pro W3" pitchFamily="-65" charset="-128"/>
          <a:cs typeface="ヒラギノ角ゴ Pro W3" pitchFamily="-65" charset="-128"/>
        </a:defRPr>
      </a:lvl1pPr>
      <a:lvl2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2pPr>
      <a:lvl3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3pPr>
      <a:lvl4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4pPr>
      <a:lvl5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5pPr>
      <a:lvl6pPr marL="3429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6pPr>
      <a:lvl7pPr marL="6858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7pPr>
      <a:lvl8pPr marL="10287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8pPr>
      <a:lvl9pPr marL="13716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9pPr>
    </p:titleStyle>
    <p:body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ヒラギノ角ゴ Pro W3" pitchFamily="-65" charset="-128"/>
          <a:cs typeface="ヒラギノ角ゴ Pro W3" pitchFamily="-65" charset="-128"/>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ヒラギノ角ゴ Pro W3" pitchFamily="-65" charset="-128"/>
          <a:cs typeface="ヒラギノ角ゴ Pro W3"/>
        </a:defRPr>
      </a:lvl2pPr>
      <a:lvl3pPr marL="857250" indent="-171450"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ヒラギノ角ゴ Pro W3" pitchFamily="-65" charset="-128"/>
          <a:cs typeface="ヒラギノ角ゴ Pro W3"/>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ヒラギノ角ゴ Pro W3" pitchFamily="-65" charset="-128"/>
          <a:cs typeface="ヒラギノ角ゴ Pro W3"/>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ヒラギノ角ゴ Pro W3" pitchFamily="-65" charset="-128"/>
          <a:cs typeface="ヒラギノ角ゴ Pro W3"/>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5" descr="Untitled-4.jpg">
            <a:extLst>
              <a:ext uri="{FF2B5EF4-FFF2-40B4-BE49-F238E27FC236}">
                <a16:creationId xmlns:a16="http://schemas.microsoft.com/office/drawing/2014/main" id="{C6666E74-1F75-42FA-AB2D-1A2962D2B40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90600"/>
            <a:ext cx="3048000" cy="110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a:extLst>
              <a:ext uri="{FF2B5EF4-FFF2-40B4-BE49-F238E27FC236}">
                <a16:creationId xmlns:a16="http://schemas.microsoft.com/office/drawing/2014/main" id="{997C836E-6491-4AB5-87C0-52C6B5678A5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49263" y="1027113"/>
            <a:ext cx="2598737"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6" r:id="rId1"/>
  </p:sldLayoutIdLst>
  <p:txStyles>
    <p:titleStyle>
      <a:lvl1pPr algn="ctr" defTabSz="342900" rtl="0" eaLnBrk="0" fontAlgn="base" hangingPunct="0">
        <a:spcBef>
          <a:spcPct val="0"/>
        </a:spcBef>
        <a:spcAft>
          <a:spcPct val="0"/>
        </a:spcAft>
        <a:defRPr sz="3300" kern="1200">
          <a:solidFill>
            <a:schemeClr val="tx1"/>
          </a:solidFill>
          <a:latin typeface="+mj-lt"/>
          <a:ea typeface="ヒラギノ角ゴ Pro W3" pitchFamily="-65" charset="-128"/>
          <a:cs typeface="ヒラギノ角ゴ Pro W3" pitchFamily="-65" charset="-128"/>
        </a:defRPr>
      </a:lvl1pPr>
      <a:lvl2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2pPr>
      <a:lvl3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3pPr>
      <a:lvl4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4pPr>
      <a:lvl5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5pPr>
      <a:lvl6pPr marL="3429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6pPr>
      <a:lvl7pPr marL="6858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7pPr>
      <a:lvl8pPr marL="10287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8pPr>
      <a:lvl9pPr marL="13716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9pPr>
    </p:titleStyle>
    <p:body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ヒラギノ角ゴ Pro W3" pitchFamily="-65" charset="-128"/>
          <a:cs typeface="ヒラギノ角ゴ Pro W3" pitchFamily="-65" charset="-128"/>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ヒラギノ角ゴ Pro W3" pitchFamily="-65" charset="-128"/>
          <a:cs typeface="ヒラギノ角ゴ Pro W3"/>
        </a:defRPr>
      </a:lvl2pPr>
      <a:lvl3pPr marL="857250" indent="-171450"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ヒラギノ角ゴ Pro W3" pitchFamily="-65" charset="-128"/>
          <a:cs typeface="ヒラギノ角ゴ Pro W3"/>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ヒラギノ角ゴ Pro W3" pitchFamily="-65" charset="-128"/>
          <a:cs typeface="ヒラギノ角ゴ Pro W3"/>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ヒラギノ角ゴ Pro W3" pitchFamily="-65" charset="-128"/>
          <a:cs typeface="ヒラギノ角ゴ Pro W3"/>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ctr" defTabSz="342900" rtl="0" eaLnBrk="0" fontAlgn="base" hangingPunct="0">
        <a:spcBef>
          <a:spcPct val="0"/>
        </a:spcBef>
        <a:spcAft>
          <a:spcPct val="0"/>
        </a:spcAft>
        <a:defRPr sz="3300" kern="1200">
          <a:solidFill>
            <a:schemeClr val="tx1"/>
          </a:solidFill>
          <a:latin typeface="+mj-lt"/>
          <a:ea typeface="ヒラギノ角ゴ Pro W3" pitchFamily="-65" charset="-128"/>
          <a:cs typeface="ヒラギノ角ゴ Pro W3" pitchFamily="-65" charset="-128"/>
        </a:defRPr>
      </a:lvl1pPr>
      <a:lvl2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2pPr>
      <a:lvl3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3pPr>
      <a:lvl4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4pPr>
      <a:lvl5pPr algn="ctr" defTabSz="342900" rtl="0" eaLnBrk="0" fontAlgn="base" hangingPunct="0">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5pPr>
      <a:lvl6pPr marL="3429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6pPr>
      <a:lvl7pPr marL="6858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7pPr>
      <a:lvl8pPr marL="10287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8pPr>
      <a:lvl9pPr marL="1371600" algn="ctr" defTabSz="342900" rtl="0" fontAlgn="base">
        <a:spcBef>
          <a:spcPct val="0"/>
        </a:spcBef>
        <a:spcAft>
          <a:spcPct val="0"/>
        </a:spcAft>
        <a:defRPr sz="3300">
          <a:solidFill>
            <a:schemeClr val="tx1"/>
          </a:solidFill>
          <a:latin typeface="Calibri" pitchFamily="-65" charset="0"/>
          <a:ea typeface="ヒラギノ角ゴ Pro W3" pitchFamily="-65" charset="-128"/>
          <a:cs typeface="ヒラギノ角ゴ Pro W3" pitchFamily="-65" charset="-128"/>
        </a:defRPr>
      </a:lvl9pPr>
    </p:titleStyle>
    <p:body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ヒラギノ角ゴ Pro W3" pitchFamily="-65" charset="-128"/>
          <a:cs typeface="ヒラギノ角ゴ Pro W3" pitchFamily="-65" charset="-128"/>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ヒラギノ角ゴ Pro W3" pitchFamily="-65" charset="-128"/>
          <a:cs typeface="ヒラギノ角ゴ Pro W3"/>
        </a:defRPr>
      </a:lvl2pPr>
      <a:lvl3pPr marL="857250" indent="-171450"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ヒラギノ角ゴ Pro W3" pitchFamily="-65" charset="-128"/>
          <a:cs typeface="ヒラギノ角ゴ Pro W3"/>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ヒラギノ角ゴ Pro W3" pitchFamily="-65" charset="-128"/>
          <a:cs typeface="ヒラギノ角ゴ Pro W3"/>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ヒラギノ角ゴ Pro W3" pitchFamily="-65" charset="-128"/>
          <a:cs typeface="ヒラギノ角ゴ Pro W3"/>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0F0A00E-823B-4851-B915-47C782B33BD2}"/>
              </a:ext>
            </a:extLst>
          </p:cNvPr>
          <p:cNvSpPr>
            <a:spLocks noGrp="1"/>
          </p:cNvSpPr>
          <p:nvPr>
            <p:ph type="title"/>
          </p:nvPr>
        </p:nvSpPr>
        <p:spPr bwMode="auto">
          <a:xfrm>
            <a:off x="0" y="2667000"/>
            <a:ext cx="8915400" cy="762000"/>
          </a:xfrm>
          <a:solidFill>
            <a:schemeClr val="bg1">
              <a:lumMod val="85000"/>
            </a:schemeClr>
          </a:solidFill>
        </p:spPr>
        <p:txBody>
          <a:bodyPr vert="horz" wrap="square" lIns="68580" tIns="34290" rIns="68580" bIns="34290" numCol="1" anchor="ctr" anchorCtr="0" compatLnSpc="1">
            <a:prstTxWarp prst="textNoShape">
              <a:avLst/>
            </a:prstTxWarp>
          </a:bodyPr>
          <a:lstStyle/>
          <a:p>
            <a:pPr>
              <a:defRPr/>
            </a:pPr>
            <a:r>
              <a:rPr lang="en-US" dirty="0"/>
              <a:t>Plan, Design, Develop, and Test Report Application </a:t>
            </a:r>
            <a:endParaRPr lang="en-GB" altLang="en-US" dirty="0">
              <a:ea typeface="ヒラギノ角ゴ Pro W3" charset="-128"/>
            </a:endParaRPr>
          </a:p>
        </p:txBody>
      </p:sp>
      <p:sp>
        <p:nvSpPr>
          <p:cNvPr id="5123" name="Title 1">
            <a:extLst>
              <a:ext uri="{FF2B5EF4-FFF2-40B4-BE49-F238E27FC236}">
                <a16:creationId xmlns:a16="http://schemas.microsoft.com/office/drawing/2014/main" id="{9943F5AA-E44A-462B-A8FC-39B76FFACCDE}"/>
              </a:ext>
            </a:extLst>
          </p:cNvPr>
          <p:cNvSpPr txBox="1">
            <a:spLocks/>
          </p:cNvSpPr>
          <p:nvPr/>
        </p:nvSpPr>
        <p:spPr bwMode="auto">
          <a:xfrm>
            <a:off x="0" y="3289300"/>
            <a:ext cx="5867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1500">
                <a:solidFill>
                  <a:srgbClr val="93176C"/>
                </a:solidFill>
                <a:latin typeface="Calibri" panose="020F0502020204030204" pitchFamily="34" charset="0"/>
              </a:rPr>
              <a:t>Module Project</a:t>
            </a:r>
            <a:endParaRPr lang="en-GB" altLang="en-US" sz="1500">
              <a:solidFill>
                <a:srgbClr val="93176C"/>
              </a:solidFill>
              <a:latin typeface="Calibri" panose="020F0502020204030204" pitchFamily="34" charset="0"/>
            </a:endParaRPr>
          </a:p>
        </p:txBody>
      </p:sp>
      <p:sp>
        <p:nvSpPr>
          <p:cNvPr id="5" name="Title 1">
            <a:extLst>
              <a:ext uri="{FF2B5EF4-FFF2-40B4-BE49-F238E27FC236}">
                <a16:creationId xmlns:a16="http://schemas.microsoft.com/office/drawing/2014/main" id="{3D1E2B7E-1984-4A38-B999-D3FC5F0148C2}"/>
              </a:ext>
            </a:extLst>
          </p:cNvPr>
          <p:cNvSpPr txBox="1">
            <a:spLocks/>
          </p:cNvSpPr>
          <p:nvPr/>
        </p:nvSpPr>
        <p:spPr bwMode="auto">
          <a:xfrm>
            <a:off x="31750" y="4724400"/>
            <a:ext cx="4324350" cy="1008063"/>
          </a:xfrm>
          <a:prstGeom prst="rect">
            <a:avLst/>
          </a:prstGeom>
          <a:solidFill>
            <a:schemeClr val="bg1">
              <a:lumMod val="95000"/>
            </a:schemeClr>
          </a:solidFill>
          <a:ln>
            <a:noFill/>
          </a:ln>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a:lnSpc>
                <a:spcPts val="1800"/>
              </a:lnSpc>
              <a:spcBef>
                <a:spcPts val="200"/>
              </a:spcBef>
              <a:spcAft>
                <a:spcPts val="200"/>
              </a:spcAft>
              <a:defRPr/>
            </a:pPr>
            <a:r>
              <a:rPr lang="en-US" altLang="en-US" sz="1400" b="1" dirty="0">
                <a:latin typeface="+mn-lt"/>
              </a:rPr>
              <a:t>Start Date		: 21-08-2022	</a:t>
            </a:r>
          </a:p>
          <a:p>
            <a:pPr>
              <a:lnSpc>
                <a:spcPts val="1800"/>
              </a:lnSpc>
              <a:spcBef>
                <a:spcPts val="200"/>
              </a:spcBef>
              <a:spcAft>
                <a:spcPts val="200"/>
              </a:spcAft>
              <a:defRPr/>
            </a:pPr>
            <a:r>
              <a:rPr lang="en-US" altLang="en-US" sz="1400" b="1" dirty="0">
                <a:latin typeface="+mn-lt"/>
              </a:rPr>
              <a:t>End Date		: 23-08-2022</a:t>
            </a:r>
          </a:p>
          <a:p>
            <a:pPr>
              <a:lnSpc>
                <a:spcPts val="1800"/>
              </a:lnSpc>
              <a:spcBef>
                <a:spcPts val="200"/>
              </a:spcBef>
              <a:spcAft>
                <a:spcPts val="200"/>
              </a:spcAft>
              <a:defRPr/>
            </a:pPr>
            <a:r>
              <a:rPr lang="en-US" altLang="en-US" sz="1400" b="1" dirty="0">
                <a:latin typeface="+mn-lt"/>
              </a:rPr>
              <a:t>Submission Date</a:t>
            </a:r>
            <a:r>
              <a:rPr lang="en-US" altLang="en-US" sz="1400" b="1">
                <a:latin typeface="+mn-lt"/>
              </a:rPr>
              <a:t>	: 23-08-2022</a:t>
            </a:r>
            <a:endParaRPr lang="en-US" altLang="en-US" sz="1400" b="1" dirty="0">
              <a:latin typeface="+mn-lt"/>
            </a:endParaRPr>
          </a:p>
          <a:p>
            <a:pPr>
              <a:lnSpc>
                <a:spcPts val="1800"/>
              </a:lnSpc>
              <a:spcBef>
                <a:spcPts val="200"/>
              </a:spcBef>
              <a:spcAft>
                <a:spcPts val="200"/>
              </a:spcAft>
              <a:defRPr/>
            </a:pPr>
            <a:endParaRPr lang="en-US" altLang="en-US" sz="1400" dirty="0">
              <a:latin typeface="+mn-lt"/>
            </a:endParaRPr>
          </a:p>
        </p:txBody>
      </p:sp>
      <p:sp>
        <p:nvSpPr>
          <p:cNvPr id="6" name="Title 1">
            <a:extLst>
              <a:ext uri="{FF2B5EF4-FFF2-40B4-BE49-F238E27FC236}">
                <a16:creationId xmlns:a16="http://schemas.microsoft.com/office/drawing/2014/main" id="{85DFC0B0-FB48-41B8-9972-916748A1C7B0}"/>
              </a:ext>
            </a:extLst>
          </p:cNvPr>
          <p:cNvSpPr txBox="1">
            <a:spLocks/>
          </p:cNvSpPr>
          <p:nvPr/>
        </p:nvSpPr>
        <p:spPr bwMode="auto">
          <a:xfrm>
            <a:off x="-17463" y="3933825"/>
            <a:ext cx="7345363" cy="719138"/>
          </a:xfrm>
          <a:prstGeom prst="rect">
            <a:avLst/>
          </a:prstGeom>
          <a:solidFill>
            <a:schemeClr val="bg1">
              <a:lumMod val="95000"/>
            </a:schemeClr>
          </a:solidFill>
          <a:ln>
            <a:noFill/>
          </a:ln>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a:lnSpc>
                <a:spcPts val="1800"/>
              </a:lnSpc>
              <a:spcBef>
                <a:spcPts val="200"/>
              </a:spcBef>
              <a:spcAft>
                <a:spcPts val="200"/>
              </a:spcAft>
              <a:defRPr/>
            </a:pPr>
            <a:r>
              <a:rPr lang="en-US" altLang="en-US" sz="1400" b="1" dirty="0">
                <a:latin typeface="+mn-lt"/>
              </a:rPr>
              <a:t>Module: </a:t>
            </a:r>
            <a:r>
              <a:rPr lang="en-US" altLang="en-US" sz="1400" dirty="0">
                <a:latin typeface="+mn-lt"/>
              </a:rPr>
              <a:t> </a:t>
            </a:r>
            <a:r>
              <a:rPr lang="en-SG" altLang="en-US" sz="1400" dirty="0">
                <a:latin typeface="+mn-lt"/>
              </a:rPr>
              <a:t>NICF-Application Implementation (SF)</a:t>
            </a:r>
            <a:endParaRPr lang="en-US" altLang="en-US" sz="1400" dirty="0">
              <a:latin typeface="+mn-lt"/>
            </a:endParaRPr>
          </a:p>
          <a:p>
            <a:pPr>
              <a:lnSpc>
                <a:spcPts val="1800"/>
              </a:lnSpc>
              <a:spcBef>
                <a:spcPts val="200"/>
              </a:spcBef>
              <a:spcAft>
                <a:spcPts val="200"/>
              </a:spcAft>
              <a:defRPr/>
            </a:pPr>
            <a:r>
              <a:rPr lang="en-US" altLang="en-US" sz="1400" b="1" dirty="0">
                <a:latin typeface="+mn-lt"/>
              </a:rPr>
              <a:t>Course</a:t>
            </a:r>
            <a:r>
              <a:rPr lang="en-US" altLang="en-US" sz="1400" dirty="0">
                <a:latin typeface="+mn-lt"/>
              </a:rPr>
              <a:t>: </a:t>
            </a:r>
            <a:r>
              <a:rPr lang="en-ID" altLang="en-US" sz="1400" dirty="0">
                <a:latin typeface="+mn-lt"/>
              </a:rPr>
              <a:t>Design, develop and test the Community portal website</a:t>
            </a:r>
            <a:endParaRPr lang="en-US" altLang="en-US" sz="1400" dirty="0">
              <a:latin typeface="+mn-lt"/>
            </a:endParaRPr>
          </a:p>
        </p:txBody>
      </p:sp>
      <p:sp>
        <p:nvSpPr>
          <p:cNvPr id="7" name="Title 1">
            <a:extLst>
              <a:ext uri="{FF2B5EF4-FFF2-40B4-BE49-F238E27FC236}">
                <a16:creationId xmlns:a16="http://schemas.microsoft.com/office/drawing/2014/main" id="{3AAE6609-8189-419A-853E-0A3E5EB230FA}"/>
              </a:ext>
            </a:extLst>
          </p:cNvPr>
          <p:cNvSpPr txBox="1">
            <a:spLocks/>
          </p:cNvSpPr>
          <p:nvPr/>
        </p:nvSpPr>
        <p:spPr bwMode="auto">
          <a:xfrm>
            <a:off x="4508500" y="4724400"/>
            <a:ext cx="4324350" cy="1008063"/>
          </a:xfrm>
          <a:prstGeom prst="rect">
            <a:avLst/>
          </a:prstGeom>
          <a:solidFill>
            <a:schemeClr val="bg1">
              <a:lumMod val="95000"/>
            </a:schemeClr>
          </a:solidFill>
          <a:ln>
            <a:noFill/>
          </a:ln>
        </p:spPr>
        <p:txBody>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a:lnSpc>
                <a:spcPts val="1800"/>
              </a:lnSpc>
              <a:spcBef>
                <a:spcPts val="200"/>
              </a:spcBef>
              <a:spcAft>
                <a:spcPts val="200"/>
              </a:spcAft>
              <a:defRPr/>
            </a:pPr>
            <a:r>
              <a:rPr lang="en-US" altLang="en-US" sz="1400" b="1" dirty="0">
                <a:latin typeface="+mn-lt"/>
              </a:rPr>
              <a:t>Learner Name	: Viddy </a:t>
            </a:r>
            <a:r>
              <a:rPr lang="en-US" altLang="en-US" sz="1400" b="1" dirty="0" err="1">
                <a:latin typeface="+mn-lt"/>
              </a:rPr>
              <a:t>Virstandi</a:t>
            </a:r>
            <a:r>
              <a:rPr lang="en-US" altLang="en-US" sz="1400" b="1" dirty="0">
                <a:latin typeface="+mn-lt"/>
              </a:rPr>
              <a:t> P.A.P	</a:t>
            </a:r>
          </a:p>
          <a:p>
            <a:pPr>
              <a:lnSpc>
                <a:spcPts val="1800"/>
              </a:lnSpc>
              <a:spcBef>
                <a:spcPts val="200"/>
              </a:spcBef>
              <a:spcAft>
                <a:spcPts val="200"/>
              </a:spcAft>
              <a:defRPr/>
            </a:pPr>
            <a:r>
              <a:rPr lang="en-US" altLang="en-US" sz="1400" b="1" dirty="0">
                <a:latin typeface="+mn-lt"/>
              </a:rPr>
              <a:t>Enrollment ID	: </a:t>
            </a:r>
            <a:r>
              <a:rPr lang="en-ID" sz="1400" b="0" i="0" dirty="0">
                <a:effectLst/>
                <a:latin typeface="Nunito Sans" pitchFamily="2" charset="0"/>
              </a:rPr>
              <a:t>BDSE04-0322</a:t>
            </a:r>
            <a:endParaRPr lang="en-US" altLang="en-US" sz="1400" b="1" dirty="0">
              <a:latin typeface="+mn-lt"/>
            </a:endParaRPr>
          </a:p>
          <a:p>
            <a:pPr>
              <a:lnSpc>
                <a:spcPts val="1800"/>
              </a:lnSpc>
              <a:spcBef>
                <a:spcPts val="200"/>
              </a:spcBef>
              <a:spcAft>
                <a:spcPts val="200"/>
              </a:spcAft>
              <a:defRPr/>
            </a:pPr>
            <a:r>
              <a:rPr lang="en-US" altLang="en-US" sz="1400" b="1" dirty="0">
                <a:latin typeface="+mn-lt"/>
              </a:rPr>
              <a:t>Presentation Date	:	</a:t>
            </a:r>
          </a:p>
          <a:p>
            <a:pPr>
              <a:lnSpc>
                <a:spcPts val="1800"/>
              </a:lnSpc>
              <a:spcBef>
                <a:spcPts val="200"/>
              </a:spcBef>
              <a:spcAft>
                <a:spcPts val="200"/>
              </a:spcAft>
              <a:defRPr/>
            </a:pPr>
            <a:endParaRPr lang="en-US"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41330A95-86EE-47DB-8BBC-7419D9A96BC5}"/>
              </a:ext>
            </a:extLst>
          </p:cNvPr>
          <p:cNvSpPr>
            <a:spLocks noGrp="1"/>
          </p:cNvSpPr>
          <p:nvPr>
            <p:ph type="title"/>
          </p:nvPr>
        </p:nvSpPr>
        <p:spPr>
          <a:xfrm>
            <a:off x="36513" y="1160463"/>
            <a:ext cx="5453062" cy="342900"/>
          </a:xfrm>
        </p:spPr>
        <p:txBody>
          <a:bodyPr/>
          <a:lstStyle/>
          <a:p>
            <a:pPr algn="l">
              <a:defRPr/>
            </a:pPr>
            <a:r>
              <a:rPr lang="en-US" altLang="en-US">
                <a:ea typeface="ヒラギノ角ゴ Pro W3" charset="-128"/>
              </a:rPr>
              <a:t>Contents</a:t>
            </a:r>
            <a:endParaRPr lang="en-GB" altLang="en-US">
              <a:ea typeface="ヒラギノ角ゴ Pro W3" charset="-128"/>
            </a:endParaRPr>
          </a:p>
        </p:txBody>
      </p:sp>
      <p:sp>
        <p:nvSpPr>
          <p:cNvPr id="6147" name="TextBox 3">
            <a:extLst>
              <a:ext uri="{FF2B5EF4-FFF2-40B4-BE49-F238E27FC236}">
                <a16:creationId xmlns:a16="http://schemas.microsoft.com/office/drawing/2014/main" id="{B4E8A053-B954-469B-BAA0-0BAD6B4DEE81}"/>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a:solidFill>
                  <a:schemeClr val="bg1"/>
                </a:solidFill>
                <a:cs typeface="Arial" panose="020B0604020202020204" pitchFamily="34" charset="0"/>
              </a:rPr>
              <a:t>Document History</a:t>
            </a:r>
          </a:p>
        </p:txBody>
      </p:sp>
      <p:graphicFrame>
        <p:nvGraphicFramePr>
          <p:cNvPr id="5" name="Table 4">
            <a:extLst>
              <a:ext uri="{FF2B5EF4-FFF2-40B4-BE49-F238E27FC236}">
                <a16:creationId xmlns:a16="http://schemas.microsoft.com/office/drawing/2014/main" id="{5BE3DCB5-EF6A-445F-AB68-3317A281A7A1}"/>
              </a:ext>
            </a:extLst>
          </p:cNvPr>
          <p:cNvGraphicFramePr>
            <a:graphicFrameLocks noGrp="1"/>
          </p:cNvGraphicFramePr>
          <p:nvPr>
            <p:extLst>
              <p:ext uri="{D42A27DB-BD31-4B8C-83A1-F6EECF244321}">
                <p14:modId xmlns:p14="http://schemas.microsoft.com/office/powerpoint/2010/main" val="4056537942"/>
              </p:ext>
            </p:extLst>
          </p:nvPr>
        </p:nvGraphicFramePr>
        <p:xfrm>
          <a:off x="166688" y="1160463"/>
          <a:ext cx="8640762" cy="2184401"/>
        </p:xfrm>
        <a:graphic>
          <a:graphicData uri="http://schemas.openxmlformats.org/drawingml/2006/table">
            <a:tbl>
              <a:tblPr firstRow="1" bandRow="1">
                <a:tableStyleId>{5C22544A-7EE6-4342-B048-85BDC9FD1C3A}</a:tableStyleId>
              </a:tblPr>
              <a:tblGrid>
                <a:gridCol w="1036891">
                  <a:extLst>
                    <a:ext uri="{9D8B030D-6E8A-4147-A177-3AD203B41FA5}">
                      <a16:colId xmlns:a16="http://schemas.microsoft.com/office/drawing/2014/main" val="20000"/>
                    </a:ext>
                  </a:extLst>
                </a:gridCol>
                <a:gridCol w="2160191">
                  <a:extLst>
                    <a:ext uri="{9D8B030D-6E8A-4147-A177-3AD203B41FA5}">
                      <a16:colId xmlns:a16="http://schemas.microsoft.com/office/drawing/2014/main" val="20001"/>
                    </a:ext>
                  </a:extLst>
                </a:gridCol>
                <a:gridCol w="3197082">
                  <a:extLst>
                    <a:ext uri="{9D8B030D-6E8A-4147-A177-3AD203B41FA5}">
                      <a16:colId xmlns:a16="http://schemas.microsoft.com/office/drawing/2014/main" val="20002"/>
                    </a:ext>
                  </a:extLst>
                </a:gridCol>
                <a:gridCol w="2246598">
                  <a:extLst>
                    <a:ext uri="{9D8B030D-6E8A-4147-A177-3AD203B41FA5}">
                      <a16:colId xmlns:a16="http://schemas.microsoft.com/office/drawing/2014/main" val="20003"/>
                    </a:ext>
                  </a:extLst>
                </a:gridCol>
              </a:tblGrid>
              <a:tr h="970845">
                <a:tc>
                  <a:txBody>
                    <a:bodyPr/>
                    <a:lstStyle/>
                    <a:p>
                      <a:pPr marL="0" marR="0" algn="ctr">
                        <a:spcBef>
                          <a:spcPts val="0"/>
                        </a:spcBef>
                        <a:spcAft>
                          <a:spcPts val="0"/>
                        </a:spcAft>
                      </a:pPr>
                      <a:r>
                        <a:rPr lang="en-US" sz="1600" dirty="0">
                          <a:effectLst/>
                        </a:rPr>
                        <a:t>Version Number</a:t>
                      </a:r>
                      <a:endParaRPr lang="en-US" sz="1600" dirty="0">
                        <a:solidFill>
                          <a:srgbClr val="000000"/>
                        </a:solidFill>
                        <a:effectLst/>
                        <a:latin typeface="Cambria" panose="02040503050406030204" pitchFamily="18" charset="0"/>
                        <a:ea typeface="ヒラギノ角ゴ Pro W3"/>
                        <a:cs typeface="Times New Roman" panose="02020603050405020304" pitchFamily="18" charset="0"/>
                      </a:endParaRPr>
                    </a:p>
                  </a:txBody>
                  <a:tcPr marL="0" marR="0" marT="0" marB="0" anchor="ctr"/>
                </a:tc>
                <a:tc>
                  <a:txBody>
                    <a:bodyPr/>
                    <a:lstStyle/>
                    <a:p>
                      <a:pPr marL="0" marR="0" algn="ctr">
                        <a:spcBef>
                          <a:spcPts val="0"/>
                        </a:spcBef>
                        <a:spcAft>
                          <a:spcPts val="0"/>
                        </a:spcAft>
                      </a:pPr>
                      <a:r>
                        <a:rPr lang="en-US" sz="1600" dirty="0">
                          <a:effectLst/>
                        </a:rPr>
                        <a:t>Effective Date of release</a:t>
                      </a:r>
                      <a:endParaRPr lang="en-US" sz="1600" dirty="0">
                        <a:solidFill>
                          <a:srgbClr val="000000"/>
                        </a:solidFill>
                        <a:effectLst/>
                        <a:latin typeface="Cambria" panose="02040503050406030204" pitchFamily="18" charset="0"/>
                        <a:ea typeface="ヒラギノ角ゴ Pro W3"/>
                        <a:cs typeface="Times New Roman" panose="02020603050405020304" pitchFamily="18" charset="0"/>
                      </a:endParaRPr>
                    </a:p>
                  </a:txBody>
                  <a:tcPr marL="0" marR="0" marT="0" marB="0" anchor="ctr"/>
                </a:tc>
                <a:tc>
                  <a:txBody>
                    <a:bodyPr/>
                    <a:lstStyle/>
                    <a:p>
                      <a:pPr marL="0" marR="0" algn="ctr">
                        <a:spcBef>
                          <a:spcPts val="0"/>
                        </a:spcBef>
                        <a:spcAft>
                          <a:spcPts val="0"/>
                        </a:spcAft>
                      </a:pPr>
                      <a:r>
                        <a:rPr lang="en-US" sz="1600" dirty="0">
                          <a:effectLst/>
                        </a:rPr>
                        <a:t>Summary of Included Changes</a:t>
                      </a:r>
                      <a:endParaRPr lang="en-US" sz="1600" dirty="0">
                        <a:solidFill>
                          <a:srgbClr val="000000"/>
                        </a:solidFill>
                        <a:effectLst/>
                        <a:latin typeface="Cambria" panose="02040503050406030204" pitchFamily="18" charset="0"/>
                        <a:ea typeface="ヒラギノ角ゴ Pro W3"/>
                        <a:cs typeface="Times New Roman" panose="02020603050405020304" pitchFamily="18" charset="0"/>
                      </a:endParaRPr>
                    </a:p>
                  </a:txBody>
                  <a:tcPr marL="0" marR="0" marT="0" marB="0" anchor="ctr"/>
                </a:tc>
                <a:tc>
                  <a:txBody>
                    <a:bodyPr/>
                    <a:lstStyle/>
                    <a:p>
                      <a:pPr marL="0" marR="0" algn="ctr">
                        <a:spcBef>
                          <a:spcPts val="0"/>
                        </a:spcBef>
                        <a:spcAft>
                          <a:spcPts val="0"/>
                        </a:spcAft>
                      </a:pPr>
                      <a:r>
                        <a:rPr lang="en-US" sz="1600" dirty="0">
                          <a:effectLst/>
                        </a:rPr>
                        <a:t>Author</a:t>
                      </a:r>
                      <a:endParaRPr lang="en-US" sz="1600" dirty="0">
                        <a:solidFill>
                          <a:srgbClr val="000000"/>
                        </a:solidFill>
                        <a:effectLst/>
                        <a:latin typeface="Cambria" panose="02040503050406030204" pitchFamily="18" charset="0"/>
                        <a:ea typeface="ヒラギノ角ゴ Pro W3"/>
                        <a:cs typeface="Times New Roman" panose="02020603050405020304" pitchFamily="18" charset="0"/>
                      </a:endParaRPr>
                    </a:p>
                  </a:txBody>
                  <a:tcPr marL="0" marR="0" marT="0" marB="0" anchor="ctr"/>
                </a:tc>
                <a:extLst>
                  <a:ext uri="{0D108BD9-81ED-4DB2-BD59-A6C34878D82A}">
                    <a16:rowId xmlns:a16="http://schemas.microsoft.com/office/drawing/2014/main" val="10000"/>
                  </a:ext>
                </a:extLst>
              </a:tr>
              <a:tr h="606778">
                <a:tc>
                  <a:txBody>
                    <a:bodyPr/>
                    <a:lstStyle/>
                    <a:p>
                      <a:pPr marL="57150" marR="0" algn="ctr">
                        <a:spcBef>
                          <a:spcPts val="0"/>
                        </a:spcBef>
                        <a:spcAft>
                          <a:spcPts val="0"/>
                        </a:spcAft>
                      </a:pPr>
                      <a:r>
                        <a:rPr lang="en-US" sz="1600" dirty="0">
                          <a:effectLst/>
                        </a:rPr>
                        <a:t>1</a:t>
                      </a:r>
                      <a:endParaRPr lang="en-US" sz="1600" dirty="0">
                        <a:solidFill>
                          <a:srgbClr val="000000"/>
                        </a:solidFill>
                        <a:effectLst/>
                        <a:latin typeface="Cambria" panose="02040503050406030204" pitchFamily="18" charset="0"/>
                        <a:ea typeface="ヒラギノ角ゴ Pro W3"/>
                        <a:cs typeface="Times New Roman" panose="02020603050405020304" pitchFamily="18" charset="0"/>
                      </a:endParaRPr>
                    </a:p>
                  </a:txBody>
                  <a:tcPr marL="0" marR="0" marT="0" marB="0" anchor="ctr"/>
                </a:tc>
                <a:tc>
                  <a:txBody>
                    <a:bodyPr/>
                    <a:lstStyle/>
                    <a:p>
                      <a:pPr marL="145415" marR="0">
                        <a:spcBef>
                          <a:spcPts val="0"/>
                        </a:spcBef>
                        <a:spcAft>
                          <a:spcPts val="0"/>
                        </a:spcAft>
                      </a:pPr>
                      <a:r>
                        <a:rPr lang="en-US" sz="1600" dirty="0">
                          <a:effectLst/>
                        </a:rPr>
                        <a:t>4</a:t>
                      </a:r>
                      <a:r>
                        <a:rPr lang="en-US" sz="1600" baseline="30000" dirty="0">
                          <a:effectLst/>
                        </a:rPr>
                        <a:t>th</a:t>
                      </a:r>
                      <a:r>
                        <a:rPr lang="en-US" sz="1600" dirty="0">
                          <a:effectLst/>
                        </a:rPr>
                        <a:t> March 2016</a:t>
                      </a:r>
                      <a:endParaRPr lang="en-US" sz="1600" dirty="0">
                        <a:solidFill>
                          <a:srgbClr val="000000"/>
                        </a:solidFill>
                        <a:effectLst/>
                        <a:latin typeface="Cambria" panose="02040503050406030204" pitchFamily="18" charset="0"/>
                        <a:ea typeface="ヒラギノ角ゴ Pro W3"/>
                        <a:cs typeface="Times New Roman" panose="02020603050405020304" pitchFamily="18" charset="0"/>
                      </a:endParaRPr>
                    </a:p>
                  </a:txBody>
                  <a:tcPr marL="0" marR="0" marT="0" marB="0" anchor="ctr"/>
                </a:tc>
                <a:tc>
                  <a:txBody>
                    <a:bodyPr/>
                    <a:lstStyle/>
                    <a:p>
                      <a:pPr marL="141605" marR="0">
                        <a:spcBef>
                          <a:spcPts val="0"/>
                        </a:spcBef>
                        <a:spcAft>
                          <a:spcPts val="0"/>
                        </a:spcAft>
                      </a:pPr>
                      <a:r>
                        <a:rPr lang="en-US" sz="1600" dirty="0">
                          <a:effectLst/>
                        </a:rPr>
                        <a:t>First Edition</a:t>
                      </a:r>
                      <a:endParaRPr lang="en-US" sz="1600" dirty="0">
                        <a:solidFill>
                          <a:srgbClr val="000000"/>
                        </a:solidFill>
                        <a:effectLst/>
                        <a:latin typeface="Cambria" panose="02040503050406030204" pitchFamily="18" charset="0"/>
                        <a:ea typeface="ヒラギノ角ゴ Pro W3"/>
                        <a:cs typeface="Times New Roman" panose="02020603050405020304" pitchFamily="18" charset="0"/>
                      </a:endParaRPr>
                    </a:p>
                  </a:txBody>
                  <a:tcPr marL="0" marR="0" marT="0" marB="0" anchor="ctr"/>
                </a:tc>
                <a:tc>
                  <a:txBody>
                    <a:bodyPr/>
                    <a:lstStyle/>
                    <a:p>
                      <a:pPr marL="106045" marR="0">
                        <a:spcBef>
                          <a:spcPts val="0"/>
                        </a:spcBef>
                        <a:spcAft>
                          <a:spcPts val="0"/>
                        </a:spcAft>
                      </a:pPr>
                      <a:r>
                        <a:rPr lang="en-US" sz="1600" dirty="0">
                          <a:effectLst/>
                        </a:rPr>
                        <a:t>Satya CVS</a:t>
                      </a:r>
                      <a:endParaRPr lang="en-US" sz="1600" dirty="0">
                        <a:solidFill>
                          <a:srgbClr val="000000"/>
                        </a:solidFill>
                        <a:effectLst/>
                        <a:latin typeface="Cambria" panose="02040503050406030204" pitchFamily="18" charset="0"/>
                        <a:ea typeface="ヒラギノ角ゴ Pro W3"/>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606778">
                <a:tc>
                  <a:txBody>
                    <a:bodyPr/>
                    <a:lstStyle/>
                    <a:p>
                      <a:pPr marL="57150" marR="0" algn="ctr">
                        <a:spcBef>
                          <a:spcPts val="0"/>
                        </a:spcBef>
                        <a:spcAft>
                          <a:spcPts val="0"/>
                        </a:spcAft>
                      </a:pPr>
                      <a:r>
                        <a:rPr lang="en-US" sz="1600" dirty="0">
                          <a:solidFill>
                            <a:srgbClr val="000000"/>
                          </a:solidFill>
                          <a:effectLst/>
                          <a:latin typeface="Cambria" panose="02040503050406030204" pitchFamily="18" charset="0"/>
                          <a:ea typeface="ヒラギノ角ゴ Pro W3"/>
                          <a:cs typeface="Times New Roman" panose="02020603050405020304" pitchFamily="18" charset="0"/>
                        </a:rPr>
                        <a:t>2</a:t>
                      </a:r>
                    </a:p>
                  </a:txBody>
                  <a:tcPr marL="0" marR="0" marT="0" marB="0" anchor="ctr"/>
                </a:tc>
                <a:tc>
                  <a:txBody>
                    <a:bodyPr/>
                    <a:lstStyle/>
                    <a:p>
                      <a:pPr marL="145415" marR="0">
                        <a:spcBef>
                          <a:spcPts val="0"/>
                        </a:spcBef>
                        <a:spcAft>
                          <a:spcPts val="0"/>
                        </a:spcAft>
                      </a:pPr>
                      <a:r>
                        <a:rPr lang="en-US" sz="1600" dirty="0">
                          <a:solidFill>
                            <a:srgbClr val="000000"/>
                          </a:solidFill>
                          <a:effectLst/>
                          <a:latin typeface="Cambria" panose="02040503050406030204" pitchFamily="18" charset="0"/>
                          <a:ea typeface="ヒラギノ角ゴ Pro W3"/>
                          <a:cs typeface="Times New Roman" panose="02020603050405020304" pitchFamily="18" charset="0"/>
                        </a:rPr>
                        <a:t>23</a:t>
                      </a:r>
                      <a:r>
                        <a:rPr lang="en-US" sz="1600" baseline="30000" dirty="0">
                          <a:solidFill>
                            <a:srgbClr val="000000"/>
                          </a:solidFill>
                          <a:effectLst/>
                          <a:latin typeface="Cambria" panose="02040503050406030204" pitchFamily="18" charset="0"/>
                          <a:ea typeface="ヒラギノ角ゴ Pro W3"/>
                          <a:cs typeface="Times New Roman" panose="02020603050405020304" pitchFamily="18" charset="0"/>
                        </a:rPr>
                        <a:t>rd</a:t>
                      </a:r>
                      <a:r>
                        <a:rPr lang="en-US" sz="1600" dirty="0">
                          <a:solidFill>
                            <a:srgbClr val="000000"/>
                          </a:solidFill>
                          <a:effectLst/>
                          <a:latin typeface="Cambria" panose="02040503050406030204" pitchFamily="18" charset="0"/>
                          <a:ea typeface="ヒラギノ角ゴ Pro W3"/>
                          <a:cs typeface="Times New Roman" panose="02020603050405020304" pitchFamily="18" charset="0"/>
                        </a:rPr>
                        <a:t> Jul 2018</a:t>
                      </a:r>
                    </a:p>
                  </a:txBody>
                  <a:tcPr marL="0" marR="0" marT="0" marB="0" anchor="ctr"/>
                </a:tc>
                <a:tc>
                  <a:txBody>
                    <a:bodyPr/>
                    <a:lstStyle/>
                    <a:p>
                      <a:pPr marL="141605" marR="0">
                        <a:spcBef>
                          <a:spcPts val="0"/>
                        </a:spcBef>
                        <a:spcAft>
                          <a:spcPts val="0"/>
                        </a:spcAft>
                      </a:pPr>
                      <a:r>
                        <a:rPr lang="en-US" sz="1600" dirty="0">
                          <a:solidFill>
                            <a:srgbClr val="000000"/>
                          </a:solidFill>
                          <a:effectLst/>
                          <a:latin typeface="Cambria" panose="02040503050406030204" pitchFamily="18" charset="0"/>
                          <a:ea typeface="ヒラギノ角ゴ Pro W3"/>
                          <a:cs typeface="Times New Roman" panose="02020603050405020304" pitchFamily="18" charset="0"/>
                        </a:rPr>
                        <a:t>Changed for Module 6</a:t>
                      </a:r>
                    </a:p>
                  </a:txBody>
                  <a:tcPr marL="0" marR="0" marT="0" marB="0" anchor="ctr"/>
                </a:tc>
                <a:tc>
                  <a:txBody>
                    <a:bodyPr/>
                    <a:lstStyle/>
                    <a:p>
                      <a:pPr marL="106045" marR="0">
                        <a:spcBef>
                          <a:spcPts val="0"/>
                        </a:spcBef>
                        <a:spcAft>
                          <a:spcPts val="0"/>
                        </a:spcAft>
                      </a:pPr>
                      <a:r>
                        <a:rPr lang="en-US" sz="1600" dirty="0">
                          <a:solidFill>
                            <a:srgbClr val="000000"/>
                          </a:solidFill>
                          <a:effectLst/>
                          <a:latin typeface="Cambria" panose="02040503050406030204" pitchFamily="18" charset="0"/>
                          <a:ea typeface="ヒラギノ角ゴ Pro W3"/>
                          <a:cs typeface="Times New Roman" panose="02020603050405020304" pitchFamily="18" charset="0"/>
                        </a:rPr>
                        <a:t>Shrinivas K R</a:t>
                      </a:r>
                    </a:p>
                  </a:txBody>
                  <a:tcPr marL="0" marR="0" marT="0" marB="0" anchor="ctr"/>
                </a:tc>
                <a:extLst>
                  <a:ext uri="{0D108BD9-81ED-4DB2-BD59-A6C34878D82A}">
                    <a16:rowId xmlns:a16="http://schemas.microsoft.com/office/drawing/2014/main" val="38420957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34AB9868-174E-4CF9-84F8-E5A064113081}"/>
              </a:ext>
            </a:extLst>
          </p:cNvPr>
          <p:cNvSpPr>
            <a:spLocks noGrp="1"/>
          </p:cNvSpPr>
          <p:nvPr>
            <p:ph type="title"/>
          </p:nvPr>
        </p:nvSpPr>
        <p:spPr>
          <a:xfrm>
            <a:off x="36513" y="1160463"/>
            <a:ext cx="5453062" cy="342900"/>
          </a:xfrm>
        </p:spPr>
        <p:txBody>
          <a:bodyPr/>
          <a:lstStyle/>
          <a:p>
            <a:pPr algn="l">
              <a:defRPr/>
            </a:pPr>
            <a:r>
              <a:rPr lang="en-US" altLang="en-US">
                <a:ea typeface="ヒラギノ角ゴ Pro W3" charset="-128"/>
              </a:rPr>
              <a:t>Contents</a:t>
            </a:r>
            <a:endParaRPr lang="en-GB" altLang="en-US">
              <a:ea typeface="ヒラギノ角ゴ Pro W3" charset="-128"/>
            </a:endParaRPr>
          </a:p>
        </p:txBody>
      </p:sp>
      <p:sp>
        <p:nvSpPr>
          <p:cNvPr id="8195" name="TextBox 3">
            <a:extLst>
              <a:ext uri="{FF2B5EF4-FFF2-40B4-BE49-F238E27FC236}">
                <a16:creationId xmlns:a16="http://schemas.microsoft.com/office/drawing/2014/main" id="{A6FE6D4A-AD83-4EB0-A2AD-2E9E9A1009DE}"/>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a:solidFill>
                  <a:schemeClr val="bg1"/>
                </a:solidFill>
                <a:cs typeface="Arial" panose="020B0604020202020204" pitchFamily="34" charset="0"/>
              </a:rPr>
              <a:t>Contents</a:t>
            </a:r>
          </a:p>
        </p:txBody>
      </p:sp>
      <p:graphicFrame>
        <p:nvGraphicFramePr>
          <p:cNvPr id="2" name="Table 1">
            <a:extLst>
              <a:ext uri="{FF2B5EF4-FFF2-40B4-BE49-F238E27FC236}">
                <a16:creationId xmlns:a16="http://schemas.microsoft.com/office/drawing/2014/main" id="{6F2896E3-39EB-4ECA-AD65-AB059FA4FCC5}"/>
              </a:ext>
            </a:extLst>
          </p:cNvPr>
          <p:cNvGraphicFramePr>
            <a:graphicFrameLocks noGrp="1"/>
          </p:cNvGraphicFramePr>
          <p:nvPr>
            <p:extLst>
              <p:ext uri="{D42A27DB-BD31-4B8C-83A1-F6EECF244321}">
                <p14:modId xmlns:p14="http://schemas.microsoft.com/office/powerpoint/2010/main" val="2995819871"/>
              </p:ext>
            </p:extLst>
          </p:nvPr>
        </p:nvGraphicFramePr>
        <p:xfrm>
          <a:off x="179388" y="1101725"/>
          <a:ext cx="8705850" cy="4023360"/>
        </p:xfrm>
        <a:graphic>
          <a:graphicData uri="http://schemas.openxmlformats.org/drawingml/2006/table">
            <a:tbl>
              <a:tblPr firstRow="1" bandRow="1">
                <a:tableStyleId>{5C22544A-7EE6-4342-B048-85BDC9FD1C3A}</a:tableStyleId>
              </a:tblPr>
              <a:tblGrid>
                <a:gridCol w="1212227">
                  <a:extLst>
                    <a:ext uri="{9D8B030D-6E8A-4147-A177-3AD203B41FA5}">
                      <a16:colId xmlns:a16="http://schemas.microsoft.com/office/drawing/2014/main" val="2834307532"/>
                    </a:ext>
                  </a:extLst>
                </a:gridCol>
                <a:gridCol w="7493623">
                  <a:extLst>
                    <a:ext uri="{9D8B030D-6E8A-4147-A177-3AD203B41FA5}">
                      <a16:colId xmlns:a16="http://schemas.microsoft.com/office/drawing/2014/main" val="4186691054"/>
                    </a:ext>
                  </a:extLst>
                </a:gridCol>
              </a:tblGrid>
              <a:tr h="335280">
                <a:tc>
                  <a:txBody>
                    <a:bodyPr/>
                    <a:lstStyle/>
                    <a:p>
                      <a:pPr algn="ctr"/>
                      <a:r>
                        <a:rPr lang="en-SG" sz="1600" dirty="0"/>
                        <a:t>S. No.</a:t>
                      </a:r>
                    </a:p>
                  </a:txBody>
                  <a:tcPr marL="91436" marR="91436" marT="45709" marB="45709" anchor="ctr"/>
                </a:tc>
                <a:tc>
                  <a:txBody>
                    <a:bodyPr/>
                    <a:lstStyle/>
                    <a:p>
                      <a:pPr algn="ctr"/>
                      <a:r>
                        <a:rPr lang="en-SG" sz="1600" dirty="0"/>
                        <a:t>Description</a:t>
                      </a:r>
                    </a:p>
                  </a:txBody>
                  <a:tcPr marL="91436" marR="91436" marT="45709" marB="45709" anchor="ctr"/>
                </a:tc>
                <a:extLst>
                  <a:ext uri="{0D108BD9-81ED-4DB2-BD59-A6C34878D82A}">
                    <a16:rowId xmlns:a16="http://schemas.microsoft.com/office/drawing/2014/main" val="1698723346"/>
                  </a:ext>
                </a:extLst>
              </a:tr>
              <a:tr h="335280">
                <a:tc>
                  <a:txBody>
                    <a:bodyPr/>
                    <a:lstStyle/>
                    <a:p>
                      <a:pPr algn="ctr"/>
                      <a:r>
                        <a:rPr lang="en-SG" sz="1600" dirty="0"/>
                        <a:t>01</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Different Types of Testing</a:t>
                      </a:r>
                    </a:p>
                  </a:txBody>
                  <a:tcPr marL="6350" marR="6350" marT="6351" marB="0" anchor="b"/>
                </a:tc>
                <a:extLst>
                  <a:ext uri="{0D108BD9-81ED-4DB2-BD59-A6C34878D82A}">
                    <a16:rowId xmlns:a16="http://schemas.microsoft.com/office/drawing/2014/main" val="3383460755"/>
                  </a:ext>
                </a:extLst>
              </a:tr>
              <a:tr h="335280">
                <a:tc>
                  <a:txBody>
                    <a:bodyPr/>
                    <a:lstStyle/>
                    <a:p>
                      <a:pPr algn="ctr"/>
                      <a:r>
                        <a:rPr lang="en-SG" sz="1600" dirty="0"/>
                        <a:t>02</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How Different Testing Helps</a:t>
                      </a:r>
                    </a:p>
                  </a:txBody>
                  <a:tcPr marL="6350" marR="6350" marT="6351" marB="0" anchor="b"/>
                </a:tc>
                <a:extLst>
                  <a:ext uri="{0D108BD9-81ED-4DB2-BD59-A6C34878D82A}">
                    <a16:rowId xmlns:a16="http://schemas.microsoft.com/office/drawing/2014/main" val="502453963"/>
                  </a:ext>
                </a:extLst>
              </a:tr>
              <a:tr h="335280">
                <a:tc>
                  <a:txBody>
                    <a:bodyPr/>
                    <a:lstStyle/>
                    <a:p>
                      <a:pPr algn="ctr"/>
                      <a:r>
                        <a:rPr lang="en-SG" sz="1600" dirty="0"/>
                        <a:t>03</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Tests Selected</a:t>
                      </a:r>
                    </a:p>
                  </a:txBody>
                  <a:tcPr marL="6350" marR="6350" marT="6351" marB="0" anchor="b"/>
                </a:tc>
                <a:extLst>
                  <a:ext uri="{0D108BD9-81ED-4DB2-BD59-A6C34878D82A}">
                    <a16:rowId xmlns:a16="http://schemas.microsoft.com/office/drawing/2014/main" val="3888214698"/>
                  </a:ext>
                </a:extLst>
              </a:tr>
              <a:tr h="335280">
                <a:tc>
                  <a:txBody>
                    <a:bodyPr/>
                    <a:lstStyle/>
                    <a:p>
                      <a:pPr algn="ctr"/>
                      <a:r>
                        <a:rPr lang="en-SG" sz="1600" dirty="0"/>
                        <a:t>04</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Test Schedule</a:t>
                      </a:r>
                    </a:p>
                  </a:txBody>
                  <a:tcPr marL="6350" marR="6350" marT="6351" marB="0" anchor="b"/>
                </a:tc>
                <a:extLst>
                  <a:ext uri="{0D108BD9-81ED-4DB2-BD59-A6C34878D82A}">
                    <a16:rowId xmlns:a16="http://schemas.microsoft.com/office/drawing/2014/main" val="3493275254"/>
                  </a:ext>
                </a:extLst>
              </a:tr>
              <a:tr h="335280">
                <a:tc>
                  <a:txBody>
                    <a:bodyPr/>
                    <a:lstStyle/>
                    <a:p>
                      <a:pPr algn="ctr"/>
                      <a:r>
                        <a:rPr lang="en-SG" sz="1600" dirty="0"/>
                        <a:t>05</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Test Results</a:t>
                      </a:r>
                    </a:p>
                  </a:txBody>
                  <a:tcPr marL="6350" marR="6350" marT="6351" marB="0" anchor="b"/>
                </a:tc>
                <a:extLst>
                  <a:ext uri="{0D108BD9-81ED-4DB2-BD59-A6C34878D82A}">
                    <a16:rowId xmlns:a16="http://schemas.microsoft.com/office/drawing/2014/main" val="1429497512"/>
                  </a:ext>
                </a:extLst>
              </a:tr>
              <a:tr h="335280">
                <a:tc>
                  <a:txBody>
                    <a:bodyPr/>
                    <a:lstStyle/>
                    <a:p>
                      <a:pPr algn="ctr"/>
                      <a:r>
                        <a:rPr lang="en-SG" sz="1600" dirty="0"/>
                        <a:t>06</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Testing Tools</a:t>
                      </a:r>
                    </a:p>
                  </a:txBody>
                  <a:tcPr marL="6350" marR="6350" marT="6351" marB="0" anchor="b"/>
                </a:tc>
                <a:extLst>
                  <a:ext uri="{0D108BD9-81ED-4DB2-BD59-A6C34878D82A}">
                    <a16:rowId xmlns:a16="http://schemas.microsoft.com/office/drawing/2014/main" val="1257684296"/>
                  </a:ext>
                </a:extLst>
              </a:tr>
              <a:tr h="335280">
                <a:tc>
                  <a:txBody>
                    <a:bodyPr/>
                    <a:lstStyle/>
                    <a:p>
                      <a:pPr algn="ctr"/>
                      <a:r>
                        <a:rPr lang="en-SG" sz="1600" dirty="0"/>
                        <a:t>07</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Project Milestone &amp; Tasks</a:t>
                      </a:r>
                    </a:p>
                  </a:txBody>
                  <a:tcPr marL="6350" marR="6350" marT="6351" marB="0" anchor="b"/>
                </a:tc>
                <a:extLst>
                  <a:ext uri="{0D108BD9-81ED-4DB2-BD59-A6C34878D82A}">
                    <a16:rowId xmlns:a16="http://schemas.microsoft.com/office/drawing/2014/main" val="1297185499"/>
                  </a:ext>
                </a:extLst>
              </a:tr>
              <a:tr h="335280">
                <a:tc>
                  <a:txBody>
                    <a:bodyPr/>
                    <a:lstStyle/>
                    <a:p>
                      <a:pPr algn="ctr"/>
                      <a:r>
                        <a:rPr lang="en-SG" sz="1600" dirty="0"/>
                        <a:t>08</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Milestone Feedback &amp; Action Taken</a:t>
                      </a:r>
                    </a:p>
                  </a:txBody>
                  <a:tcPr marL="6350" marR="6350" marT="6351" marB="0" anchor="b"/>
                </a:tc>
                <a:extLst>
                  <a:ext uri="{0D108BD9-81ED-4DB2-BD59-A6C34878D82A}">
                    <a16:rowId xmlns:a16="http://schemas.microsoft.com/office/drawing/2014/main" val="3134097065"/>
                  </a:ext>
                </a:extLst>
              </a:tr>
              <a:tr h="335280">
                <a:tc>
                  <a:txBody>
                    <a:bodyPr/>
                    <a:lstStyle/>
                    <a:p>
                      <a:pPr algn="ctr"/>
                      <a:r>
                        <a:rPr lang="en-SG" sz="1600" dirty="0"/>
                        <a:t>09</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Modifications Made Based on Feedback</a:t>
                      </a:r>
                    </a:p>
                  </a:txBody>
                  <a:tcPr marL="6350" marR="6350" marT="6351" marB="0" anchor="b"/>
                </a:tc>
                <a:extLst>
                  <a:ext uri="{0D108BD9-81ED-4DB2-BD59-A6C34878D82A}">
                    <a16:rowId xmlns:a16="http://schemas.microsoft.com/office/drawing/2014/main" val="1182630671"/>
                  </a:ext>
                </a:extLst>
              </a:tr>
              <a:tr h="335280">
                <a:tc>
                  <a:txBody>
                    <a:bodyPr/>
                    <a:lstStyle/>
                    <a:p>
                      <a:pPr algn="ctr"/>
                      <a:r>
                        <a:rPr lang="en-SG" sz="1600" dirty="0"/>
                        <a:t>10</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Project Results</a:t>
                      </a:r>
                    </a:p>
                  </a:txBody>
                  <a:tcPr marL="6350" marR="6350" marT="6351" marB="0" anchor="b"/>
                </a:tc>
                <a:extLst>
                  <a:ext uri="{0D108BD9-81ED-4DB2-BD59-A6C34878D82A}">
                    <a16:rowId xmlns:a16="http://schemas.microsoft.com/office/drawing/2014/main" val="1801439304"/>
                  </a:ext>
                </a:extLst>
              </a:tr>
              <a:tr h="335280">
                <a:tc>
                  <a:txBody>
                    <a:bodyPr/>
                    <a:lstStyle/>
                    <a:p>
                      <a:pPr algn="ctr"/>
                      <a:r>
                        <a:rPr lang="en-SG" sz="1600" dirty="0"/>
                        <a:t>11</a:t>
                      </a:r>
                    </a:p>
                  </a:txBody>
                  <a:tcPr marL="91436" marR="91436" marT="45709" marB="45709" anchor="ctr"/>
                </a:tc>
                <a:tc>
                  <a:txBody>
                    <a:bodyPr/>
                    <a:lstStyle/>
                    <a:p>
                      <a:pPr algn="l" fontAlgn="b"/>
                      <a:r>
                        <a:rPr lang="en-SG" sz="1800" b="0" i="0" u="none" strike="noStrike" dirty="0">
                          <a:solidFill>
                            <a:srgbClr val="000000"/>
                          </a:solidFill>
                          <a:effectLst/>
                          <a:latin typeface="Calibri" panose="020F0502020204030204" pitchFamily="34" charset="0"/>
                        </a:rPr>
                        <a:t>Proposed Improvements</a:t>
                      </a:r>
                    </a:p>
                  </a:txBody>
                  <a:tcPr marL="6350" marR="6350" marT="6351" marB="0" anchor="b"/>
                </a:tc>
                <a:extLst>
                  <a:ext uri="{0D108BD9-81ED-4DB2-BD59-A6C34878D82A}">
                    <a16:rowId xmlns:a16="http://schemas.microsoft.com/office/drawing/2014/main" val="383569073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2">
            <a:extLst>
              <a:ext uri="{FF2B5EF4-FFF2-40B4-BE49-F238E27FC236}">
                <a16:creationId xmlns:a16="http://schemas.microsoft.com/office/drawing/2014/main" id="{792C8CC4-A556-4608-8FB1-142A09AD08E4}"/>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1. </a:t>
            </a:r>
            <a:r>
              <a:rPr lang="en-SG" altLang="en-US" sz="2800" dirty="0">
                <a:solidFill>
                  <a:schemeClr val="bg1"/>
                </a:solidFill>
              </a:rPr>
              <a:t>Different Types of Testing</a:t>
            </a:r>
            <a:endParaRPr lang="en-US" altLang="en-US" sz="2800" dirty="0">
              <a:solidFill>
                <a:schemeClr val="bg1"/>
              </a:solidFill>
              <a:cs typeface="Arial" panose="020B0604020202020204" pitchFamily="34" charset="0"/>
            </a:endParaRPr>
          </a:p>
        </p:txBody>
      </p:sp>
      <p:sp>
        <p:nvSpPr>
          <p:cNvPr id="5" name="Rectangle 4">
            <a:extLst>
              <a:ext uri="{FF2B5EF4-FFF2-40B4-BE49-F238E27FC236}">
                <a16:creationId xmlns:a16="http://schemas.microsoft.com/office/drawing/2014/main" id="{636A239B-950E-4A7B-8B35-F67E199CFE49}"/>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spcBef>
                <a:spcPts val="600"/>
              </a:spcBef>
              <a:spcAft>
                <a:spcPts val="600"/>
              </a:spcAft>
              <a:buFont typeface="Wingdings" panose="05000000000000000000" pitchFamily="2" charset="2"/>
              <a:buChar char="q"/>
              <a:defRPr/>
            </a:pPr>
            <a:r>
              <a:rPr lang="en-SG" sz="1600" dirty="0">
                <a:solidFill>
                  <a:schemeClr val="tx1"/>
                </a:solidFill>
              </a:rPr>
              <a:t>List types of Testing</a:t>
            </a:r>
          </a:p>
          <a:p>
            <a:pPr marL="742950" lvl="1" indent="-285750">
              <a:spcBef>
                <a:spcPts val="600"/>
              </a:spcBef>
              <a:spcAft>
                <a:spcPts val="600"/>
              </a:spcAft>
              <a:buFont typeface="Calibri" panose="020F0502020204030204" pitchFamily="34" charset="0"/>
              <a:buChar char="‒"/>
              <a:defRPr/>
            </a:pPr>
            <a:r>
              <a:rPr lang="en-SG" sz="1400" b="1" dirty="0">
                <a:solidFill>
                  <a:schemeClr val="tx1"/>
                </a:solidFill>
              </a:rPr>
              <a:t>Unit Tests</a:t>
            </a:r>
          </a:p>
          <a:p>
            <a:pPr marL="717550" lvl="1">
              <a:spcBef>
                <a:spcPts val="600"/>
              </a:spcBef>
              <a:spcAft>
                <a:spcPts val="600"/>
              </a:spcAft>
              <a:defRPr/>
            </a:pPr>
            <a:r>
              <a:rPr lang="en-ID" sz="1400" b="0" i="0" dirty="0">
                <a:solidFill>
                  <a:srgbClr val="091E42"/>
                </a:solidFill>
                <a:effectLst/>
                <a:latin typeface="Charlie Text"/>
              </a:rPr>
              <a:t>Unit tests are very low level and close to the source of an application. They consist in testing individual methods and functions of the classes, components, or modules used by your software</a:t>
            </a:r>
            <a:endParaRPr lang="en-SG" sz="1400" dirty="0">
              <a:solidFill>
                <a:schemeClr val="tx1"/>
              </a:solidFill>
            </a:endParaRPr>
          </a:p>
          <a:p>
            <a:pPr marL="742950" lvl="1" indent="-285750">
              <a:spcBef>
                <a:spcPts val="600"/>
              </a:spcBef>
              <a:spcAft>
                <a:spcPts val="600"/>
              </a:spcAft>
              <a:buFont typeface="Calibri" panose="020F0502020204030204" pitchFamily="34" charset="0"/>
              <a:buChar char="‒"/>
              <a:defRPr/>
            </a:pPr>
            <a:r>
              <a:rPr lang="en-SG" sz="1400" b="1" dirty="0">
                <a:solidFill>
                  <a:schemeClr val="tx1"/>
                </a:solidFill>
              </a:rPr>
              <a:t>Integration Tests</a:t>
            </a:r>
          </a:p>
          <a:p>
            <a:pPr marL="717550" lvl="1">
              <a:spcBef>
                <a:spcPts val="600"/>
              </a:spcBef>
              <a:spcAft>
                <a:spcPts val="600"/>
              </a:spcAft>
              <a:defRPr/>
            </a:pPr>
            <a:r>
              <a:rPr lang="en-ID" sz="1400" b="0" i="0" dirty="0">
                <a:solidFill>
                  <a:srgbClr val="091E42"/>
                </a:solidFill>
                <a:effectLst/>
                <a:latin typeface="Charlie Text"/>
              </a:rPr>
              <a:t>Integration tests verify that different modules or services used by your application work well together.</a:t>
            </a:r>
            <a:endParaRPr lang="en-SG" sz="1400" dirty="0">
              <a:solidFill>
                <a:schemeClr val="tx1"/>
              </a:solidFill>
            </a:endParaRPr>
          </a:p>
          <a:p>
            <a:pPr marL="742950" lvl="1" indent="-285750">
              <a:spcBef>
                <a:spcPts val="600"/>
              </a:spcBef>
              <a:spcAft>
                <a:spcPts val="600"/>
              </a:spcAft>
              <a:buFont typeface="Calibri" panose="020F0502020204030204" pitchFamily="34" charset="0"/>
              <a:buChar char="‒"/>
              <a:defRPr/>
            </a:pPr>
            <a:r>
              <a:rPr lang="en-SG" sz="1400" b="1" dirty="0">
                <a:solidFill>
                  <a:schemeClr val="tx1"/>
                </a:solidFill>
              </a:rPr>
              <a:t>Functional Tests</a:t>
            </a:r>
          </a:p>
          <a:p>
            <a:pPr marL="717550" lvl="1">
              <a:spcBef>
                <a:spcPts val="600"/>
              </a:spcBef>
              <a:spcAft>
                <a:spcPts val="600"/>
              </a:spcAft>
              <a:defRPr/>
            </a:pPr>
            <a:r>
              <a:rPr lang="en-ID" sz="1400" b="0" i="0" dirty="0">
                <a:solidFill>
                  <a:srgbClr val="091E42"/>
                </a:solidFill>
                <a:effectLst/>
                <a:latin typeface="Charlie Text"/>
              </a:rPr>
              <a:t>Functional tests focus on the business requirements of an application. They only verify the output of an action and do not check the intermediate states of the system when performing that action.</a:t>
            </a:r>
            <a:endParaRPr lang="en-SG" sz="1400" dirty="0">
              <a:solidFill>
                <a:schemeClr val="tx1"/>
              </a:solidFill>
            </a:endParaRPr>
          </a:p>
          <a:p>
            <a:pPr marL="742950" lvl="1" indent="-285750">
              <a:spcBef>
                <a:spcPts val="600"/>
              </a:spcBef>
              <a:spcAft>
                <a:spcPts val="600"/>
              </a:spcAft>
              <a:buFont typeface="Calibri" panose="020F0502020204030204" pitchFamily="34" charset="0"/>
              <a:buChar char="‒"/>
              <a:defRPr/>
            </a:pPr>
            <a:r>
              <a:rPr lang="en-SG" sz="1400" b="1" dirty="0">
                <a:solidFill>
                  <a:schemeClr val="tx1"/>
                </a:solidFill>
              </a:rPr>
              <a:t>End-to-end Tests</a:t>
            </a:r>
          </a:p>
          <a:p>
            <a:pPr marL="717550" lvl="1">
              <a:spcBef>
                <a:spcPts val="600"/>
              </a:spcBef>
              <a:spcAft>
                <a:spcPts val="600"/>
              </a:spcAft>
              <a:defRPr/>
            </a:pPr>
            <a:r>
              <a:rPr lang="en-ID" sz="1400" b="0" i="0" dirty="0">
                <a:solidFill>
                  <a:srgbClr val="091E42"/>
                </a:solidFill>
                <a:effectLst/>
                <a:latin typeface="Charlie Text"/>
              </a:rPr>
              <a:t>End-to-end testing replicates a user </a:t>
            </a:r>
            <a:r>
              <a:rPr lang="en-ID" sz="1400" b="0" i="0" dirty="0" err="1">
                <a:solidFill>
                  <a:srgbClr val="091E42"/>
                </a:solidFill>
                <a:effectLst/>
                <a:latin typeface="Charlie Text"/>
              </a:rPr>
              <a:t>behavior</a:t>
            </a:r>
            <a:r>
              <a:rPr lang="en-ID" sz="1400" b="0" i="0" dirty="0">
                <a:solidFill>
                  <a:srgbClr val="091E42"/>
                </a:solidFill>
                <a:effectLst/>
                <a:latin typeface="Charlie Text"/>
              </a:rPr>
              <a:t> with the software in a complete application environment.</a:t>
            </a:r>
            <a:endParaRPr lang="en-SG" sz="1400" dirty="0">
              <a:solidFill>
                <a:schemeClr val="tx1"/>
              </a:solidFill>
            </a:endParaRPr>
          </a:p>
          <a:p>
            <a:pPr marL="742950" lvl="1" indent="-285750">
              <a:spcBef>
                <a:spcPts val="600"/>
              </a:spcBef>
              <a:spcAft>
                <a:spcPts val="600"/>
              </a:spcAft>
              <a:buFont typeface="Calibri" panose="020F0502020204030204" pitchFamily="34" charset="0"/>
              <a:buChar char="‒"/>
              <a:defRPr/>
            </a:pPr>
            <a:r>
              <a:rPr lang="en-SG" sz="1400" b="1" dirty="0">
                <a:solidFill>
                  <a:schemeClr val="tx1"/>
                </a:solidFill>
              </a:rPr>
              <a:t>Acceptance Tests</a:t>
            </a:r>
          </a:p>
          <a:p>
            <a:pPr marL="717550" lvl="1">
              <a:spcBef>
                <a:spcPts val="600"/>
              </a:spcBef>
              <a:spcAft>
                <a:spcPts val="600"/>
              </a:spcAft>
              <a:defRPr/>
            </a:pPr>
            <a:r>
              <a:rPr lang="en-ID" sz="1400" b="0" i="0" dirty="0">
                <a:solidFill>
                  <a:srgbClr val="091E42"/>
                </a:solidFill>
                <a:effectLst/>
                <a:latin typeface="Charlie Text"/>
              </a:rPr>
              <a:t>Acceptance tests are formal tests that verify if a system satisfies business requirements.</a:t>
            </a:r>
            <a:endParaRPr lang="en-SG" sz="1400" dirty="0">
              <a:solidFill>
                <a:schemeClr val="tx1"/>
              </a:solidFill>
            </a:endParaRPr>
          </a:p>
          <a:p>
            <a:pPr marL="742950" lvl="1" indent="-285750">
              <a:spcBef>
                <a:spcPts val="600"/>
              </a:spcBef>
              <a:spcAft>
                <a:spcPts val="600"/>
              </a:spcAft>
              <a:buFont typeface="Calibri" panose="020F0502020204030204" pitchFamily="34" charset="0"/>
              <a:buChar char="‒"/>
              <a:defRPr/>
            </a:pPr>
            <a:r>
              <a:rPr lang="en-SG" sz="1400" b="1" dirty="0">
                <a:solidFill>
                  <a:schemeClr val="tx1"/>
                </a:solidFill>
              </a:rPr>
              <a:t>Performance Tests</a:t>
            </a:r>
          </a:p>
          <a:p>
            <a:pPr marL="717550" lvl="1">
              <a:spcBef>
                <a:spcPts val="600"/>
              </a:spcBef>
              <a:spcAft>
                <a:spcPts val="600"/>
              </a:spcAft>
              <a:defRPr/>
            </a:pPr>
            <a:r>
              <a:rPr lang="en-ID" sz="1400" b="0" i="0" dirty="0">
                <a:solidFill>
                  <a:srgbClr val="091E42"/>
                </a:solidFill>
                <a:effectLst/>
                <a:latin typeface="Charlie Text"/>
              </a:rPr>
              <a:t>Performance tests evaluate how a system performs under a particular workload</a:t>
            </a:r>
            <a:endParaRPr lang="en-SG" sz="14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
            <a:extLst>
              <a:ext uri="{FF2B5EF4-FFF2-40B4-BE49-F238E27FC236}">
                <a16:creationId xmlns:a16="http://schemas.microsoft.com/office/drawing/2014/main" id="{02CD415C-F722-4BCE-AC49-EC3B0C0610B3}"/>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2. </a:t>
            </a:r>
            <a:r>
              <a:rPr lang="en-SG" altLang="en-US" sz="2800" dirty="0">
                <a:solidFill>
                  <a:srgbClr val="FFFFFF"/>
                </a:solidFill>
                <a:cs typeface="Arial" panose="020B0604020202020204" pitchFamily="34" charset="0"/>
              </a:rPr>
              <a:t>How Different Test Helps</a:t>
            </a:r>
            <a:endParaRPr lang="en-US" altLang="en-US" sz="2800" dirty="0">
              <a:solidFill>
                <a:schemeClr val="bg1"/>
              </a:solidFill>
              <a:cs typeface="Arial" panose="020B0604020202020204" pitchFamily="34" charset="0"/>
            </a:endParaRPr>
          </a:p>
        </p:txBody>
      </p:sp>
      <p:sp>
        <p:nvSpPr>
          <p:cNvPr id="5" name="Rectangle 4">
            <a:extLst>
              <a:ext uri="{FF2B5EF4-FFF2-40B4-BE49-F238E27FC236}">
                <a16:creationId xmlns:a16="http://schemas.microsoft.com/office/drawing/2014/main" id="{636A239B-950E-4A7B-8B35-F67E199CFE49}"/>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spcBef>
                <a:spcPts val="600"/>
              </a:spcBef>
              <a:spcAft>
                <a:spcPts val="600"/>
              </a:spcAft>
              <a:buFont typeface="Wingdings" panose="05000000000000000000" pitchFamily="2" charset="2"/>
              <a:buChar char="q"/>
              <a:defRPr/>
            </a:pPr>
            <a:r>
              <a:rPr lang="en-SG" dirty="0">
                <a:solidFill>
                  <a:schemeClr val="tx1"/>
                </a:solidFill>
              </a:rPr>
              <a:t>Unit Testing</a:t>
            </a:r>
          </a:p>
          <a:p>
            <a:pPr algn="l">
              <a:buFont typeface="Arial" panose="020B0604020202020204" pitchFamily="34" charset="0"/>
              <a:buChar char="•"/>
            </a:pPr>
            <a:r>
              <a:rPr lang="en-ID" b="1" i="0" dirty="0">
                <a:solidFill>
                  <a:schemeClr val="tx1"/>
                </a:solidFill>
                <a:effectLst/>
              </a:rPr>
              <a:t> </a:t>
            </a:r>
            <a:r>
              <a:rPr lang="en-ID" i="0" dirty="0">
                <a:solidFill>
                  <a:schemeClr val="tx1"/>
                </a:solidFill>
                <a:effectLst/>
              </a:rPr>
              <a:t>helps developer write better code.</a:t>
            </a:r>
          </a:p>
          <a:p>
            <a:pPr algn="l">
              <a:buFont typeface="Arial" panose="020B0604020202020204" pitchFamily="34" charset="0"/>
              <a:buChar char="•"/>
            </a:pPr>
            <a:r>
              <a:rPr lang="en-ID" i="0" dirty="0">
                <a:solidFill>
                  <a:schemeClr val="tx1"/>
                </a:solidFill>
                <a:effectLst/>
              </a:rPr>
              <a:t> helps developer catch bugs earlier.</a:t>
            </a:r>
          </a:p>
          <a:p>
            <a:pPr algn="l">
              <a:buFont typeface="Arial" panose="020B0604020202020204" pitchFamily="34" charset="0"/>
              <a:buChar char="•"/>
            </a:pPr>
            <a:r>
              <a:rPr lang="en-ID" dirty="0">
                <a:solidFill>
                  <a:schemeClr val="tx1"/>
                </a:solidFill>
              </a:rPr>
              <a:t> </a:t>
            </a:r>
            <a:r>
              <a:rPr lang="en-ID" i="0" dirty="0">
                <a:solidFill>
                  <a:schemeClr val="tx1"/>
                </a:solidFill>
                <a:effectLst/>
              </a:rPr>
              <a:t>helps developer detect regression bugs.</a:t>
            </a:r>
          </a:p>
          <a:p>
            <a:pPr algn="l"/>
            <a:endParaRPr lang="en-ID" b="1" dirty="0">
              <a:solidFill>
                <a:schemeClr val="tx1"/>
              </a:solidFill>
            </a:endParaRPr>
          </a:p>
          <a:p>
            <a:pPr marL="285750" indent="-285750" algn="l">
              <a:buFont typeface="Wingdings" panose="05000000000000000000" pitchFamily="2" charset="2"/>
              <a:buChar char="q"/>
            </a:pPr>
            <a:r>
              <a:rPr lang="en-ID" i="0" dirty="0">
                <a:solidFill>
                  <a:schemeClr val="tx1"/>
                </a:solidFill>
                <a:effectLst/>
              </a:rPr>
              <a:t>Integration Testing</a:t>
            </a:r>
          </a:p>
          <a:p>
            <a:pPr algn="l">
              <a:buFont typeface="Arial" panose="020B0604020202020204" pitchFamily="34" charset="0"/>
              <a:buChar char="•"/>
            </a:pPr>
            <a:r>
              <a:rPr lang="en-ID" b="0" i="0" dirty="0">
                <a:solidFill>
                  <a:schemeClr val="tx1"/>
                </a:solidFill>
                <a:effectLst/>
              </a:rPr>
              <a:t> It effectively executes important user-based scenarios.</a:t>
            </a:r>
          </a:p>
          <a:p>
            <a:pPr algn="l">
              <a:buFont typeface="Arial" panose="020B0604020202020204" pitchFamily="34" charset="0"/>
              <a:buChar char="•"/>
            </a:pPr>
            <a:r>
              <a:rPr lang="en-ID" b="0" i="0" dirty="0">
                <a:solidFill>
                  <a:schemeClr val="tx1"/>
                </a:solidFill>
                <a:effectLst/>
              </a:rPr>
              <a:t> It might uncover </a:t>
            </a:r>
            <a:r>
              <a:rPr lang="en-ID" b="0" i="0" dirty="0" err="1">
                <a:solidFill>
                  <a:schemeClr val="tx1"/>
                </a:solidFill>
                <a:effectLst/>
              </a:rPr>
              <a:t>adhoc</a:t>
            </a:r>
            <a:r>
              <a:rPr lang="en-ID" b="0" i="0" dirty="0">
                <a:solidFill>
                  <a:schemeClr val="tx1"/>
                </a:solidFill>
                <a:effectLst/>
              </a:rPr>
              <a:t> tests you hadn't thought of earlier.</a:t>
            </a:r>
          </a:p>
          <a:p>
            <a:pPr algn="l">
              <a:buFont typeface="Arial" panose="020B0604020202020204" pitchFamily="34" charset="0"/>
              <a:buChar char="•"/>
            </a:pPr>
            <a:r>
              <a:rPr lang="en-ID" b="0" i="0" dirty="0">
                <a:solidFill>
                  <a:schemeClr val="tx1"/>
                </a:solidFill>
                <a:effectLst/>
              </a:rPr>
              <a:t> It ensures that internal modules and components communicate properly.</a:t>
            </a:r>
            <a:endParaRPr lang="en-ID" b="0" dirty="0">
              <a:solidFill>
                <a:schemeClr val="tx1"/>
              </a:solidFill>
            </a:endParaRPr>
          </a:p>
          <a:p>
            <a:pPr algn="l"/>
            <a:endParaRPr lang="en-ID" i="0" dirty="0">
              <a:solidFill>
                <a:schemeClr val="tx1"/>
              </a:solidFill>
              <a:effectLst/>
            </a:endParaRPr>
          </a:p>
          <a:p>
            <a:pPr marL="285750" indent="-285750" algn="l">
              <a:buFont typeface="Wingdings" panose="05000000000000000000" pitchFamily="2" charset="2"/>
              <a:buChar char="q"/>
            </a:pPr>
            <a:r>
              <a:rPr lang="en-ID" b="0" i="0" dirty="0">
                <a:solidFill>
                  <a:schemeClr val="tx1"/>
                </a:solidFill>
                <a:effectLst/>
              </a:rPr>
              <a:t>Functional Testing</a:t>
            </a:r>
          </a:p>
          <a:p>
            <a:pPr algn="l">
              <a:buFont typeface="Arial" panose="020B0604020202020204" pitchFamily="34" charset="0"/>
              <a:buChar char="•"/>
            </a:pPr>
            <a:r>
              <a:rPr lang="en-ID" b="0" i="0" dirty="0">
                <a:solidFill>
                  <a:schemeClr val="tx1"/>
                </a:solidFill>
                <a:effectLst/>
              </a:rPr>
              <a:t> It ensures that the customer or end-user is satisfied.</a:t>
            </a:r>
          </a:p>
          <a:p>
            <a:pPr algn="l">
              <a:buFont typeface="Arial" panose="020B0604020202020204" pitchFamily="34" charset="0"/>
              <a:buChar char="•"/>
            </a:pPr>
            <a:r>
              <a:rPr lang="en-ID" b="0" i="0" dirty="0">
                <a:solidFill>
                  <a:schemeClr val="tx1"/>
                </a:solidFill>
                <a:effectLst/>
              </a:rPr>
              <a:t> It produces a defect-free product/software.</a:t>
            </a:r>
          </a:p>
          <a:p>
            <a:pPr algn="l">
              <a:buFont typeface="Arial" panose="020B0604020202020204" pitchFamily="34" charset="0"/>
              <a:buChar char="•"/>
            </a:pPr>
            <a:r>
              <a:rPr lang="en-ID" b="0" i="0" dirty="0">
                <a:solidFill>
                  <a:schemeClr val="tx1"/>
                </a:solidFill>
                <a:effectLst/>
              </a:rPr>
              <a:t> It ensures the all the requirements should be met.</a:t>
            </a:r>
          </a:p>
          <a:p>
            <a:pPr algn="l"/>
            <a:r>
              <a:rPr lang="en-ID" b="0" i="0" dirty="0">
                <a:solidFill>
                  <a:srgbClr val="4B4B4B"/>
                </a:solidFill>
                <a:effectLst/>
                <a:latin typeface="Inter"/>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
            <a:extLst>
              <a:ext uri="{FF2B5EF4-FFF2-40B4-BE49-F238E27FC236}">
                <a16:creationId xmlns:a16="http://schemas.microsoft.com/office/drawing/2014/main" id="{DCC0450B-3E1A-4D77-A9D8-10BE20A5ACAD}"/>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3. </a:t>
            </a:r>
            <a:r>
              <a:rPr lang="en-SG" altLang="en-US" sz="2800" dirty="0">
                <a:solidFill>
                  <a:schemeClr val="bg1"/>
                </a:solidFill>
              </a:rPr>
              <a:t>Tests Selected</a:t>
            </a:r>
            <a:endParaRPr lang="en-US" altLang="en-US" sz="2800" dirty="0">
              <a:solidFill>
                <a:schemeClr val="bg1"/>
              </a:solidFill>
              <a:cs typeface="Arial" panose="020B0604020202020204" pitchFamily="34" charset="0"/>
            </a:endParaRPr>
          </a:p>
        </p:txBody>
      </p:sp>
      <p:sp>
        <p:nvSpPr>
          <p:cNvPr id="5" name="Rectangle 4">
            <a:extLst>
              <a:ext uri="{FF2B5EF4-FFF2-40B4-BE49-F238E27FC236}">
                <a16:creationId xmlns:a16="http://schemas.microsoft.com/office/drawing/2014/main" id="{636A239B-950E-4A7B-8B35-F67E199CFE49}"/>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spcBef>
                <a:spcPts val="600"/>
              </a:spcBef>
              <a:spcAft>
                <a:spcPts val="600"/>
              </a:spcAft>
              <a:buFont typeface="Wingdings" panose="05000000000000000000" pitchFamily="2" charset="2"/>
              <a:buChar char="q"/>
              <a:defRPr/>
            </a:pPr>
            <a:r>
              <a:rPr lang="en-SG" dirty="0">
                <a:solidFill>
                  <a:schemeClr val="tx1"/>
                </a:solidFill>
              </a:rPr>
              <a:t>List the testing methods selected to test the project</a:t>
            </a:r>
          </a:p>
          <a:p>
            <a:pPr marL="342900" indent="-342900">
              <a:spcBef>
                <a:spcPts val="600"/>
              </a:spcBef>
              <a:spcAft>
                <a:spcPts val="600"/>
              </a:spcAft>
              <a:buFont typeface="Arial" panose="020B0604020202020204" pitchFamily="34" charset="0"/>
              <a:buChar char="•"/>
              <a:defRPr/>
            </a:pPr>
            <a:r>
              <a:rPr lang="en-SG" sz="2000" b="1" dirty="0">
                <a:solidFill>
                  <a:schemeClr val="tx1"/>
                </a:solidFill>
              </a:rPr>
              <a:t>Unit Testing</a:t>
            </a:r>
          </a:p>
          <a:p>
            <a:pPr marL="354013">
              <a:spcBef>
                <a:spcPts val="600"/>
              </a:spcBef>
              <a:spcAft>
                <a:spcPts val="600"/>
              </a:spcAft>
              <a:defRPr/>
            </a:pPr>
            <a:r>
              <a:rPr lang="en-ID" sz="2000" dirty="0">
                <a:solidFill>
                  <a:schemeClr val="tx1"/>
                </a:solidFill>
              </a:rPr>
              <a:t>A software development process in which the smallest testable parts of an application, called units, are individually and independently scrutinized for proper operation.</a:t>
            </a:r>
          </a:p>
          <a:p>
            <a:pPr marL="354013">
              <a:spcBef>
                <a:spcPts val="600"/>
              </a:spcBef>
              <a:spcAft>
                <a:spcPts val="600"/>
              </a:spcAft>
              <a:defRPr/>
            </a:pPr>
            <a:endParaRPr lang="en-SG" sz="2000" dirty="0">
              <a:solidFill>
                <a:schemeClr val="tx1"/>
              </a:solidFill>
            </a:endParaRPr>
          </a:p>
          <a:p>
            <a:pPr marL="342900" indent="-342900">
              <a:spcBef>
                <a:spcPts val="600"/>
              </a:spcBef>
              <a:spcAft>
                <a:spcPts val="600"/>
              </a:spcAft>
              <a:buFont typeface="Arial" panose="020B0604020202020204" pitchFamily="34" charset="0"/>
              <a:buChar char="•"/>
              <a:defRPr/>
            </a:pPr>
            <a:r>
              <a:rPr lang="en-SG" sz="2000" b="1" dirty="0">
                <a:solidFill>
                  <a:schemeClr val="tx1"/>
                </a:solidFill>
              </a:rPr>
              <a:t>UAT Testing</a:t>
            </a:r>
          </a:p>
          <a:p>
            <a:pPr marL="354013">
              <a:spcBef>
                <a:spcPts val="600"/>
              </a:spcBef>
              <a:spcAft>
                <a:spcPts val="600"/>
              </a:spcAft>
              <a:defRPr/>
            </a:pPr>
            <a:r>
              <a:rPr lang="en-ID" sz="2000" dirty="0">
                <a:solidFill>
                  <a:schemeClr val="tx1"/>
                </a:solidFill>
              </a:rPr>
              <a:t>a phase of software development in which the software is tested in the real world by its intended audience.</a:t>
            </a:r>
            <a:endParaRPr lang="en-SG" sz="20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
            <a:extLst>
              <a:ext uri="{FF2B5EF4-FFF2-40B4-BE49-F238E27FC236}">
                <a16:creationId xmlns:a16="http://schemas.microsoft.com/office/drawing/2014/main" id="{88583B5B-4AB7-43D7-8673-3F42459817E7}"/>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4. </a:t>
            </a:r>
            <a:r>
              <a:rPr lang="en-SG" altLang="en-US" sz="2800" dirty="0">
                <a:solidFill>
                  <a:schemeClr val="bg1"/>
                </a:solidFill>
              </a:rPr>
              <a:t>Test Schedule</a:t>
            </a:r>
            <a:endParaRPr lang="en-US" altLang="en-US" sz="2800" dirty="0">
              <a:solidFill>
                <a:schemeClr val="bg1"/>
              </a:solidFill>
              <a:cs typeface="Arial" panose="020B0604020202020204" pitchFamily="34" charset="0"/>
            </a:endParaRPr>
          </a:p>
        </p:txBody>
      </p:sp>
      <p:sp>
        <p:nvSpPr>
          <p:cNvPr id="5" name="Rectangle 4">
            <a:extLst>
              <a:ext uri="{FF2B5EF4-FFF2-40B4-BE49-F238E27FC236}">
                <a16:creationId xmlns:a16="http://schemas.microsoft.com/office/drawing/2014/main" id="{636A239B-950E-4A7B-8B35-F67E199CFE49}"/>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spcBef>
                <a:spcPts val="600"/>
              </a:spcBef>
              <a:spcAft>
                <a:spcPts val="600"/>
              </a:spcAft>
              <a:buFont typeface="Wingdings" panose="05000000000000000000" pitchFamily="2" charset="2"/>
              <a:buChar char="q"/>
              <a:defRPr/>
            </a:pPr>
            <a:r>
              <a:rPr lang="en-SG" sz="2000" dirty="0">
                <a:solidFill>
                  <a:schemeClr val="tx1"/>
                </a:solidFill>
              </a:rPr>
              <a:t>Create an optimal test schedule</a:t>
            </a:r>
          </a:p>
          <a:p>
            <a:pPr>
              <a:spcBef>
                <a:spcPts val="600"/>
              </a:spcBef>
              <a:spcAft>
                <a:spcPts val="600"/>
              </a:spcAft>
              <a:defRPr/>
            </a:pPr>
            <a:endParaRPr lang="en-SG" sz="2000" dirty="0">
              <a:solidFill>
                <a:schemeClr val="tx1"/>
              </a:solidFill>
            </a:endParaRPr>
          </a:p>
        </p:txBody>
      </p:sp>
      <p:pic>
        <p:nvPicPr>
          <p:cNvPr id="8" name="Picture 7">
            <a:extLst>
              <a:ext uri="{FF2B5EF4-FFF2-40B4-BE49-F238E27FC236}">
                <a16:creationId xmlns:a16="http://schemas.microsoft.com/office/drawing/2014/main" id="{87599143-019F-9084-7E8C-5957796D4F6B}"/>
              </a:ext>
            </a:extLst>
          </p:cNvPr>
          <p:cNvPicPr>
            <a:picLocks noChangeAspect="1"/>
          </p:cNvPicPr>
          <p:nvPr/>
        </p:nvPicPr>
        <p:blipFill>
          <a:blip r:embed="rId2"/>
          <a:stretch>
            <a:fillRect/>
          </a:stretch>
        </p:blipFill>
        <p:spPr>
          <a:xfrm>
            <a:off x="561577" y="1700808"/>
            <a:ext cx="8020846" cy="44781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2">
            <a:extLst>
              <a:ext uri="{FF2B5EF4-FFF2-40B4-BE49-F238E27FC236}">
                <a16:creationId xmlns:a16="http://schemas.microsoft.com/office/drawing/2014/main" id="{B119ABBE-DEA9-4C5A-BB9D-474E77EE127A}"/>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5. </a:t>
            </a:r>
            <a:r>
              <a:rPr lang="en-SG" altLang="en-US" sz="2800" dirty="0">
                <a:solidFill>
                  <a:schemeClr val="bg1"/>
                </a:solidFill>
              </a:rPr>
              <a:t>Test Results</a:t>
            </a:r>
            <a:endParaRPr lang="en-US" altLang="en-US" sz="2800" dirty="0">
              <a:solidFill>
                <a:schemeClr val="bg1"/>
              </a:solidFill>
              <a:cs typeface="Arial" panose="020B0604020202020204" pitchFamily="34" charset="0"/>
            </a:endParaRPr>
          </a:p>
        </p:txBody>
      </p:sp>
      <p:sp>
        <p:nvSpPr>
          <p:cNvPr id="5" name="Rectangle 4">
            <a:extLst>
              <a:ext uri="{FF2B5EF4-FFF2-40B4-BE49-F238E27FC236}">
                <a16:creationId xmlns:a16="http://schemas.microsoft.com/office/drawing/2014/main" id="{636A239B-950E-4A7B-8B35-F67E199CFE49}"/>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spcBef>
                <a:spcPts val="600"/>
              </a:spcBef>
              <a:spcAft>
                <a:spcPts val="600"/>
              </a:spcAft>
              <a:buFont typeface="Wingdings" panose="05000000000000000000" pitchFamily="2" charset="2"/>
              <a:buChar char="q"/>
              <a:defRPr/>
            </a:pPr>
            <a:r>
              <a:rPr lang="en-SG" dirty="0">
                <a:solidFill>
                  <a:schemeClr val="tx1"/>
                </a:solidFill>
              </a:rPr>
              <a:t>Give the result of each test along with screen capture</a:t>
            </a:r>
            <a:endParaRPr lang="en-SG" sz="2000" b="1" dirty="0">
              <a:solidFill>
                <a:schemeClr val="tx1"/>
              </a:solidFill>
            </a:endParaRPr>
          </a:p>
          <a:p>
            <a:pPr>
              <a:spcBef>
                <a:spcPts val="600"/>
              </a:spcBef>
              <a:spcAft>
                <a:spcPts val="600"/>
              </a:spcAft>
              <a:defRPr/>
            </a:pPr>
            <a:endParaRPr lang="en-SG" dirty="0">
              <a:solidFill>
                <a:schemeClr val="tx1"/>
              </a:solidFill>
            </a:endParaRPr>
          </a:p>
        </p:txBody>
      </p:sp>
      <p:pic>
        <p:nvPicPr>
          <p:cNvPr id="6" name="Picture 5">
            <a:extLst>
              <a:ext uri="{FF2B5EF4-FFF2-40B4-BE49-F238E27FC236}">
                <a16:creationId xmlns:a16="http://schemas.microsoft.com/office/drawing/2014/main" id="{AAA780F9-4841-43F1-9EF6-09F6CAB7CD65}"/>
              </a:ext>
            </a:extLst>
          </p:cNvPr>
          <p:cNvPicPr>
            <a:picLocks noChangeAspect="1"/>
          </p:cNvPicPr>
          <p:nvPr/>
        </p:nvPicPr>
        <p:blipFill rotWithShape="1">
          <a:blip r:embed="rId2"/>
          <a:srcRect t="1296"/>
          <a:stretch/>
        </p:blipFill>
        <p:spPr>
          <a:xfrm>
            <a:off x="132854" y="1196975"/>
            <a:ext cx="6928206" cy="4155687"/>
          </a:xfrm>
          <a:prstGeom prst="rect">
            <a:avLst/>
          </a:prstGeom>
        </p:spPr>
      </p:pic>
      <p:pic>
        <p:nvPicPr>
          <p:cNvPr id="7" name="Picture 6">
            <a:extLst>
              <a:ext uri="{FF2B5EF4-FFF2-40B4-BE49-F238E27FC236}">
                <a16:creationId xmlns:a16="http://schemas.microsoft.com/office/drawing/2014/main" id="{AC928440-342B-4FE3-C2BE-0D1EDCACA648}"/>
              </a:ext>
            </a:extLst>
          </p:cNvPr>
          <p:cNvPicPr>
            <a:picLocks noChangeAspect="1"/>
          </p:cNvPicPr>
          <p:nvPr/>
        </p:nvPicPr>
        <p:blipFill rotWithShape="1">
          <a:blip r:embed="rId3"/>
          <a:srcRect t="4211"/>
          <a:stretch/>
        </p:blipFill>
        <p:spPr>
          <a:xfrm>
            <a:off x="164074" y="5013176"/>
            <a:ext cx="6896986" cy="16377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2">
            <a:extLst>
              <a:ext uri="{FF2B5EF4-FFF2-40B4-BE49-F238E27FC236}">
                <a16:creationId xmlns:a16="http://schemas.microsoft.com/office/drawing/2014/main" id="{B119ABBE-DEA9-4C5A-BB9D-474E77EE127A}"/>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5. </a:t>
            </a:r>
            <a:r>
              <a:rPr lang="en-SG" altLang="en-US" sz="2800" dirty="0">
                <a:solidFill>
                  <a:schemeClr val="bg1"/>
                </a:solidFill>
              </a:rPr>
              <a:t>Test Results</a:t>
            </a:r>
            <a:endParaRPr lang="en-US" altLang="en-US" sz="2800" dirty="0">
              <a:solidFill>
                <a:schemeClr val="bg1"/>
              </a:solidFill>
              <a:cs typeface="Arial" panose="020B0604020202020204" pitchFamily="34" charset="0"/>
            </a:endParaRPr>
          </a:p>
        </p:txBody>
      </p:sp>
      <p:sp>
        <p:nvSpPr>
          <p:cNvPr id="5" name="Rectangle 4">
            <a:extLst>
              <a:ext uri="{FF2B5EF4-FFF2-40B4-BE49-F238E27FC236}">
                <a16:creationId xmlns:a16="http://schemas.microsoft.com/office/drawing/2014/main" id="{636A239B-950E-4A7B-8B35-F67E199CFE49}"/>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spcBef>
                <a:spcPts val="600"/>
              </a:spcBef>
              <a:spcAft>
                <a:spcPts val="600"/>
              </a:spcAft>
              <a:buFont typeface="Wingdings" panose="05000000000000000000" pitchFamily="2" charset="2"/>
              <a:buChar char="q"/>
              <a:defRPr/>
            </a:pPr>
            <a:r>
              <a:rPr lang="en-SG" dirty="0">
                <a:solidFill>
                  <a:schemeClr val="tx1"/>
                </a:solidFill>
              </a:rPr>
              <a:t>Give the result of each test along with screen capture</a:t>
            </a:r>
            <a:endParaRPr lang="en-SG" sz="2000" b="1" dirty="0">
              <a:solidFill>
                <a:schemeClr val="tx1"/>
              </a:solidFill>
            </a:endParaRPr>
          </a:p>
          <a:p>
            <a:pPr>
              <a:spcBef>
                <a:spcPts val="600"/>
              </a:spcBef>
              <a:spcAft>
                <a:spcPts val="600"/>
              </a:spcAft>
              <a:defRPr/>
            </a:pPr>
            <a:endParaRPr lang="en-SG" dirty="0">
              <a:solidFill>
                <a:schemeClr val="tx1"/>
              </a:solidFill>
            </a:endParaRPr>
          </a:p>
        </p:txBody>
      </p:sp>
      <p:pic>
        <p:nvPicPr>
          <p:cNvPr id="7" name="Picture 6">
            <a:extLst>
              <a:ext uri="{FF2B5EF4-FFF2-40B4-BE49-F238E27FC236}">
                <a16:creationId xmlns:a16="http://schemas.microsoft.com/office/drawing/2014/main" id="{A9BC4F1E-5465-4E84-08EC-44B9A5C0A131}"/>
              </a:ext>
            </a:extLst>
          </p:cNvPr>
          <p:cNvPicPr>
            <a:picLocks noChangeAspect="1"/>
          </p:cNvPicPr>
          <p:nvPr/>
        </p:nvPicPr>
        <p:blipFill>
          <a:blip r:embed="rId2"/>
          <a:stretch>
            <a:fillRect/>
          </a:stretch>
        </p:blipFill>
        <p:spPr>
          <a:xfrm>
            <a:off x="107949" y="1200596"/>
            <a:ext cx="8646347" cy="3596556"/>
          </a:xfrm>
          <a:prstGeom prst="rect">
            <a:avLst/>
          </a:prstGeom>
        </p:spPr>
      </p:pic>
    </p:spTree>
    <p:extLst>
      <p:ext uri="{BB962C8B-B14F-4D97-AF65-F5344CB8AC3E}">
        <p14:creationId xmlns:p14="http://schemas.microsoft.com/office/powerpoint/2010/main" val="1573719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2">
            <a:extLst>
              <a:ext uri="{FF2B5EF4-FFF2-40B4-BE49-F238E27FC236}">
                <a16:creationId xmlns:a16="http://schemas.microsoft.com/office/drawing/2014/main" id="{5E6AA0FD-9082-4122-BEF1-DF7D4F695597}"/>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6. Testing Tools </a:t>
            </a:r>
          </a:p>
        </p:txBody>
      </p:sp>
      <p:sp>
        <p:nvSpPr>
          <p:cNvPr id="5" name="Rectangle 4">
            <a:extLst>
              <a:ext uri="{FF2B5EF4-FFF2-40B4-BE49-F238E27FC236}">
                <a16:creationId xmlns:a16="http://schemas.microsoft.com/office/drawing/2014/main" id="{6AE70BF1-D23B-4B63-B002-1F750F68DD5E}"/>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spcBef>
                <a:spcPts val="600"/>
              </a:spcBef>
              <a:spcAft>
                <a:spcPts val="600"/>
              </a:spcAft>
              <a:buFont typeface="Wingdings" panose="05000000000000000000" pitchFamily="2" charset="2"/>
              <a:buChar char="q"/>
              <a:defRPr/>
            </a:pPr>
            <a:r>
              <a:rPr lang="en-SG" sz="2000" b="1" dirty="0">
                <a:solidFill>
                  <a:schemeClr val="tx1"/>
                </a:solidFill>
              </a:rPr>
              <a:t>Testing Tools</a:t>
            </a:r>
          </a:p>
          <a:p>
            <a:pPr lvl="1">
              <a:defRPr/>
            </a:pPr>
            <a:r>
              <a:rPr lang="en-SG" dirty="0">
                <a:solidFill>
                  <a:schemeClr val="tx1"/>
                </a:solidFill>
              </a:rPr>
              <a:t>o	</a:t>
            </a:r>
            <a:r>
              <a:rPr lang="en-SG" dirty="0" err="1">
                <a:solidFill>
                  <a:schemeClr val="tx1"/>
                </a:solidFill>
              </a:rPr>
              <a:t>ProjectLibre</a:t>
            </a:r>
            <a:endParaRPr lang="en-SG" dirty="0">
              <a:solidFill>
                <a:schemeClr val="tx1"/>
              </a:solidFill>
            </a:endParaRPr>
          </a:p>
          <a:p>
            <a:pPr lvl="1">
              <a:defRPr/>
            </a:pPr>
            <a:r>
              <a:rPr lang="en-SG" dirty="0">
                <a:solidFill>
                  <a:schemeClr val="tx1"/>
                </a:solidFill>
              </a:rPr>
              <a:t>o	Mc. Word</a:t>
            </a:r>
          </a:p>
          <a:p>
            <a:pPr lvl="1">
              <a:defRPr/>
            </a:pPr>
            <a:r>
              <a:rPr lang="en-SG" dirty="0">
                <a:solidFill>
                  <a:schemeClr val="tx1"/>
                </a:solidFill>
              </a:rPr>
              <a:t>o	Mc. PowerPoint</a:t>
            </a:r>
          </a:p>
          <a:p>
            <a:pPr marL="285750" indent="-285750">
              <a:spcBef>
                <a:spcPts val="600"/>
              </a:spcBef>
              <a:spcAft>
                <a:spcPts val="600"/>
              </a:spcAft>
              <a:buFont typeface="Wingdings" panose="05000000000000000000" pitchFamily="2" charset="2"/>
              <a:buChar char="q"/>
              <a:defRPr/>
            </a:pPr>
            <a:endParaRPr lang="en-SG" sz="2000" b="1"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742950" lvl="1" indent="-285750">
              <a:buFont typeface="Wingdings" panose="05000000000000000000" pitchFamily="2" charset="2"/>
              <a:buChar char="§"/>
              <a:defRPr/>
            </a:pPr>
            <a:endParaRPr lang="en-SG" dirty="0">
              <a:solidFill>
                <a:schemeClr val="tx1"/>
              </a:solidFill>
            </a:endParaRPr>
          </a:p>
          <a:p>
            <a:pPr marL="742950" lvl="1" indent="-285750">
              <a:buFont typeface="Wingdings" panose="05000000000000000000" pitchFamily="2" charset="2"/>
              <a:buChar char="§"/>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2">
            <a:extLst>
              <a:ext uri="{FF2B5EF4-FFF2-40B4-BE49-F238E27FC236}">
                <a16:creationId xmlns:a16="http://schemas.microsoft.com/office/drawing/2014/main" id="{72FFFAD6-E9FC-4B9F-B507-F97A8036F15A}"/>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7. Project Milestones &amp; Tasks</a:t>
            </a:r>
          </a:p>
        </p:txBody>
      </p:sp>
      <p:graphicFrame>
        <p:nvGraphicFramePr>
          <p:cNvPr id="2" name="Table 1">
            <a:extLst>
              <a:ext uri="{FF2B5EF4-FFF2-40B4-BE49-F238E27FC236}">
                <a16:creationId xmlns:a16="http://schemas.microsoft.com/office/drawing/2014/main" id="{E6B66746-91C1-45DF-8ACB-514FAF5323B6}"/>
              </a:ext>
            </a:extLst>
          </p:cNvPr>
          <p:cNvGraphicFramePr>
            <a:graphicFrameLocks noGrp="1"/>
          </p:cNvGraphicFramePr>
          <p:nvPr>
            <p:extLst>
              <p:ext uri="{D42A27DB-BD31-4B8C-83A1-F6EECF244321}">
                <p14:modId xmlns:p14="http://schemas.microsoft.com/office/powerpoint/2010/main" val="1796306779"/>
              </p:ext>
            </p:extLst>
          </p:nvPr>
        </p:nvGraphicFramePr>
        <p:xfrm>
          <a:off x="153988" y="1196975"/>
          <a:ext cx="8785225" cy="3692868"/>
        </p:xfrm>
        <a:graphic>
          <a:graphicData uri="http://schemas.openxmlformats.org/drawingml/2006/table">
            <a:tbl>
              <a:tblPr firstRow="1" bandRow="1">
                <a:tableStyleId>{5C22544A-7EE6-4342-B048-85BDC9FD1C3A}</a:tableStyleId>
              </a:tblPr>
              <a:tblGrid>
                <a:gridCol w="1080150">
                  <a:extLst>
                    <a:ext uri="{9D8B030D-6E8A-4147-A177-3AD203B41FA5}">
                      <a16:colId xmlns:a16="http://schemas.microsoft.com/office/drawing/2014/main" val="20000"/>
                    </a:ext>
                  </a:extLst>
                </a:gridCol>
                <a:gridCol w="6064336">
                  <a:extLst>
                    <a:ext uri="{9D8B030D-6E8A-4147-A177-3AD203B41FA5}">
                      <a16:colId xmlns:a16="http://schemas.microsoft.com/office/drawing/2014/main" val="20001"/>
                    </a:ext>
                  </a:extLst>
                </a:gridCol>
                <a:gridCol w="1640739">
                  <a:extLst>
                    <a:ext uri="{9D8B030D-6E8A-4147-A177-3AD203B41FA5}">
                      <a16:colId xmlns:a16="http://schemas.microsoft.com/office/drawing/2014/main" val="20002"/>
                    </a:ext>
                  </a:extLst>
                </a:gridCol>
              </a:tblGrid>
              <a:tr h="852662">
                <a:tc>
                  <a:txBody>
                    <a:bodyPr/>
                    <a:lstStyle/>
                    <a:p>
                      <a:pPr algn="ctr" fontAlgn="ctr"/>
                      <a:r>
                        <a:rPr lang="en-SG" sz="1800" u="none" strike="noStrike" dirty="0">
                          <a:effectLst/>
                        </a:rPr>
                        <a:t>Project Task ID</a:t>
                      </a:r>
                      <a:endParaRPr lang="en-SG" sz="1800" b="1" i="0" u="none" strike="noStrike" dirty="0">
                        <a:solidFill>
                          <a:srgbClr val="000000"/>
                        </a:solidFill>
                        <a:effectLst/>
                        <a:latin typeface="Calibri" panose="020F0502020204030204" pitchFamily="34" charset="0"/>
                      </a:endParaRPr>
                    </a:p>
                  </a:txBody>
                  <a:tcPr marL="6350" marR="6350" marT="6349" marB="0" anchor="ctr"/>
                </a:tc>
                <a:tc>
                  <a:txBody>
                    <a:bodyPr/>
                    <a:lstStyle/>
                    <a:p>
                      <a:pPr algn="ctr" fontAlgn="ctr"/>
                      <a:r>
                        <a:rPr lang="en-SG" sz="1800" u="none" strike="noStrike" dirty="0">
                          <a:effectLst/>
                        </a:rPr>
                        <a:t>Project Task Description</a:t>
                      </a:r>
                      <a:endParaRPr lang="en-SG" sz="1800" b="1" i="0" u="none" strike="noStrike" dirty="0">
                        <a:solidFill>
                          <a:srgbClr val="000000"/>
                        </a:solidFill>
                        <a:effectLst/>
                        <a:latin typeface="Calibri" panose="020F0502020204030204" pitchFamily="34" charset="0"/>
                      </a:endParaRPr>
                    </a:p>
                  </a:txBody>
                  <a:tcPr marL="6350" marR="6350" marT="6349" marB="0" anchor="ctr"/>
                </a:tc>
                <a:tc>
                  <a:txBody>
                    <a:bodyPr/>
                    <a:lstStyle/>
                    <a:p>
                      <a:pPr algn="ctr" fontAlgn="ctr"/>
                      <a:r>
                        <a:rPr lang="en-SG" sz="1800" u="none" strike="noStrike" dirty="0">
                          <a:effectLst/>
                        </a:rPr>
                        <a:t>Project Milestone</a:t>
                      </a:r>
                      <a:r>
                        <a:rPr lang="en-SG" sz="1800" u="none" strike="noStrike" baseline="0" dirty="0">
                          <a:effectLst/>
                        </a:rPr>
                        <a:t> ID</a:t>
                      </a:r>
                      <a:endParaRPr lang="en-SG" sz="1800" b="1" i="0" u="none" strike="noStrike" dirty="0">
                        <a:solidFill>
                          <a:srgbClr val="000000"/>
                        </a:solidFill>
                        <a:effectLst/>
                        <a:latin typeface="Calibri" panose="020F0502020204030204" pitchFamily="34" charset="0"/>
                      </a:endParaRPr>
                    </a:p>
                  </a:txBody>
                  <a:tcPr marL="6350" marR="6350" marT="6349" marB="0" anchor="ctr"/>
                </a:tc>
                <a:extLst>
                  <a:ext uri="{0D108BD9-81ED-4DB2-BD59-A6C34878D82A}">
                    <a16:rowId xmlns:a16="http://schemas.microsoft.com/office/drawing/2014/main" val="10000"/>
                  </a:ext>
                </a:extLst>
              </a:tr>
              <a:tr h="554989">
                <a:tc>
                  <a:txBody>
                    <a:bodyPr/>
                    <a:lstStyle/>
                    <a:p>
                      <a:pPr algn="ctr" fontAlgn="ctr"/>
                      <a:r>
                        <a:rPr lang="en-SG" sz="1800" u="none" strike="noStrike" dirty="0">
                          <a:effectLst/>
                        </a:rPr>
                        <a:t> 1</a:t>
                      </a:r>
                      <a:endParaRPr lang="en-SG" sz="1800" b="0" i="0" u="none" strike="noStrike" dirty="0">
                        <a:solidFill>
                          <a:srgbClr val="000000"/>
                        </a:solidFill>
                        <a:effectLst/>
                        <a:latin typeface="Calibri" panose="020F0502020204030204" pitchFamily="34" charset="0"/>
                      </a:endParaRPr>
                    </a:p>
                  </a:txBody>
                  <a:tcPr marL="6350" marR="6350" marT="6349" marB="0" anchor="ctr"/>
                </a:tc>
                <a:tc>
                  <a:txBody>
                    <a:bodyPr/>
                    <a:lstStyle/>
                    <a:p>
                      <a:pPr marL="72000" algn="l" fontAlgn="ctr"/>
                      <a:r>
                        <a:rPr lang="en-SG" sz="1800" b="0" i="0" u="none" strike="noStrike" dirty="0" err="1">
                          <a:solidFill>
                            <a:srgbClr val="000000"/>
                          </a:solidFill>
                          <a:effectLst/>
                          <a:latin typeface="Calibri" panose="020F0502020204030204" pitchFamily="34" charset="0"/>
                        </a:rPr>
                        <a:t>Analyze</a:t>
                      </a:r>
                      <a:r>
                        <a:rPr lang="en-SG" sz="1800" b="0" i="0" u="none" strike="noStrike" dirty="0">
                          <a:solidFill>
                            <a:srgbClr val="000000"/>
                          </a:solidFill>
                          <a:effectLst/>
                          <a:latin typeface="Calibri" panose="020F0502020204030204" pitchFamily="34" charset="0"/>
                        </a:rPr>
                        <a:t> and suggest choice of Test Methods</a:t>
                      </a:r>
                    </a:p>
                  </a:txBody>
                  <a:tcPr marL="6350" marR="6350" marT="6349" marB="0" anchor="ctr"/>
                </a:tc>
                <a:tc>
                  <a:txBody>
                    <a:bodyPr/>
                    <a:lstStyle/>
                    <a:p>
                      <a:pPr algn="ctr" fontAlgn="ctr"/>
                      <a:r>
                        <a:rPr lang="en-SG" sz="1800" u="none" strike="noStrike" dirty="0">
                          <a:effectLst/>
                        </a:rPr>
                        <a:t> 1</a:t>
                      </a:r>
                      <a:endParaRPr lang="en-SG" sz="1800" b="0" i="0" u="none" strike="noStrike" dirty="0">
                        <a:solidFill>
                          <a:srgbClr val="000000"/>
                        </a:solidFill>
                        <a:effectLst/>
                        <a:latin typeface="Calibri" panose="020F0502020204030204" pitchFamily="34" charset="0"/>
                      </a:endParaRPr>
                    </a:p>
                  </a:txBody>
                  <a:tcPr marL="6350" marR="6350" marT="6349" marB="0" anchor="ctr"/>
                </a:tc>
                <a:extLst>
                  <a:ext uri="{0D108BD9-81ED-4DB2-BD59-A6C34878D82A}">
                    <a16:rowId xmlns:a16="http://schemas.microsoft.com/office/drawing/2014/main" val="10001"/>
                  </a:ext>
                </a:extLst>
              </a:tr>
              <a:tr h="554988">
                <a:tc>
                  <a:txBody>
                    <a:bodyPr/>
                    <a:lstStyle/>
                    <a:p>
                      <a:pPr algn="ctr" fontAlgn="ctr"/>
                      <a:r>
                        <a:rPr lang="en-SG" sz="1800" u="none" strike="noStrike" dirty="0">
                          <a:effectLst/>
                        </a:rPr>
                        <a:t> 2</a:t>
                      </a:r>
                      <a:endParaRPr lang="en-SG" sz="1800" b="0" i="0" u="none" strike="noStrike" dirty="0">
                        <a:solidFill>
                          <a:srgbClr val="000000"/>
                        </a:solidFill>
                        <a:effectLst/>
                        <a:latin typeface="Calibri" panose="020F0502020204030204" pitchFamily="34" charset="0"/>
                      </a:endParaRPr>
                    </a:p>
                  </a:txBody>
                  <a:tcPr marL="6350" marR="6350" marT="6349" marB="0" anchor="ctr"/>
                </a:tc>
                <a:tc>
                  <a:txBody>
                    <a:bodyPr/>
                    <a:lstStyle/>
                    <a:p>
                      <a:pPr marL="72000" algn="l" fontAlgn="ctr"/>
                      <a:r>
                        <a:rPr lang="en-SG" sz="1800" kern="1200" dirty="0">
                          <a:solidFill>
                            <a:schemeClr val="dk1"/>
                          </a:solidFill>
                          <a:effectLst/>
                          <a:latin typeface="+mn-lt"/>
                          <a:ea typeface="+mn-ea"/>
                          <a:cs typeface="+mn-cs"/>
                        </a:rPr>
                        <a:t>Schedule the Test Optimally</a:t>
                      </a:r>
                    </a:p>
                  </a:txBody>
                  <a:tcPr marL="6350" marR="6350" marT="6349" marB="0" anchor="ctr"/>
                </a:tc>
                <a:tc>
                  <a:txBody>
                    <a:bodyPr/>
                    <a:lstStyle/>
                    <a:p>
                      <a:pPr algn="ctr" fontAlgn="ctr"/>
                      <a:r>
                        <a:rPr lang="en-SG" sz="1800" u="none" strike="noStrike" dirty="0">
                          <a:effectLst/>
                        </a:rPr>
                        <a:t> 1</a:t>
                      </a:r>
                      <a:endParaRPr lang="en-SG" sz="1800" b="0" i="0" u="none" strike="noStrike" dirty="0">
                        <a:solidFill>
                          <a:srgbClr val="000000"/>
                        </a:solidFill>
                        <a:effectLst/>
                        <a:latin typeface="Calibri" panose="020F0502020204030204" pitchFamily="34" charset="0"/>
                      </a:endParaRPr>
                    </a:p>
                  </a:txBody>
                  <a:tcPr marL="6350" marR="6350" marT="6349" marB="0" anchor="ctr"/>
                </a:tc>
                <a:extLst>
                  <a:ext uri="{0D108BD9-81ED-4DB2-BD59-A6C34878D82A}">
                    <a16:rowId xmlns:a16="http://schemas.microsoft.com/office/drawing/2014/main" val="10002"/>
                  </a:ext>
                </a:extLst>
              </a:tr>
              <a:tr h="554989">
                <a:tc>
                  <a:txBody>
                    <a:bodyPr/>
                    <a:lstStyle/>
                    <a:p>
                      <a:pPr algn="ctr" fontAlgn="ctr"/>
                      <a:r>
                        <a:rPr lang="en-SG" sz="1800" u="none" strike="noStrike" dirty="0">
                          <a:effectLst/>
                        </a:rPr>
                        <a:t> 3</a:t>
                      </a:r>
                      <a:endParaRPr lang="en-SG" sz="1800" b="0" i="0" u="none" strike="noStrike" dirty="0">
                        <a:solidFill>
                          <a:srgbClr val="000000"/>
                        </a:solidFill>
                        <a:effectLst/>
                        <a:latin typeface="Calibri" panose="020F0502020204030204" pitchFamily="34" charset="0"/>
                      </a:endParaRPr>
                    </a:p>
                  </a:txBody>
                  <a:tcPr marL="6350" marR="6350" marT="6349" marB="0" anchor="ctr"/>
                </a:tc>
                <a:tc>
                  <a:txBody>
                    <a:bodyPr/>
                    <a:lstStyle/>
                    <a:p>
                      <a:pPr marL="72000" algn="l" fontAlgn="ctr"/>
                      <a:r>
                        <a:rPr lang="en-SG" sz="1800" kern="1200" dirty="0">
                          <a:solidFill>
                            <a:schemeClr val="dk1"/>
                          </a:solidFill>
                          <a:effectLst/>
                          <a:latin typeface="+mn-lt"/>
                          <a:ea typeface="+mn-ea"/>
                          <a:cs typeface="+mn-cs"/>
                        </a:rPr>
                        <a:t>Develop the Phase Test Plan</a:t>
                      </a:r>
                    </a:p>
                  </a:txBody>
                  <a:tcPr marL="6350" marR="6350" marT="6349" marB="0" anchor="ctr"/>
                </a:tc>
                <a:tc>
                  <a:txBody>
                    <a:bodyPr/>
                    <a:lstStyle/>
                    <a:p>
                      <a:pPr algn="ctr" fontAlgn="ctr"/>
                      <a:r>
                        <a:rPr lang="en-SG" sz="1800" u="none" strike="noStrike" dirty="0">
                          <a:effectLst/>
                        </a:rPr>
                        <a:t> 1</a:t>
                      </a:r>
                      <a:endParaRPr lang="en-SG" sz="1800" b="0" i="0" u="none" strike="noStrike" dirty="0">
                        <a:solidFill>
                          <a:srgbClr val="000000"/>
                        </a:solidFill>
                        <a:effectLst/>
                        <a:latin typeface="Calibri" panose="020F0502020204030204" pitchFamily="34" charset="0"/>
                      </a:endParaRPr>
                    </a:p>
                  </a:txBody>
                  <a:tcPr marL="6350" marR="6350" marT="6349" marB="0" anchor="ctr"/>
                </a:tc>
                <a:extLst>
                  <a:ext uri="{0D108BD9-81ED-4DB2-BD59-A6C34878D82A}">
                    <a16:rowId xmlns:a16="http://schemas.microsoft.com/office/drawing/2014/main" val="10003"/>
                  </a:ext>
                </a:extLst>
              </a:tr>
              <a:tr h="554982">
                <a:tc>
                  <a:txBody>
                    <a:bodyPr/>
                    <a:lstStyle/>
                    <a:p>
                      <a:pPr algn="ctr" fontAlgn="ctr"/>
                      <a:r>
                        <a:rPr lang="en-SG" sz="1800" u="none" strike="noStrike" dirty="0">
                          <a:effectLst/>
                        </a:rPr>
                        <a:t> 5</a:t>
                      </a:r>
                      <a:endParaRPr lang="en-SG" sz="1800" b="0" i="0" u="none" strike="noStrike" dirty="0">
                        <a:solidFill>
                          <a:srgbClr val="000000"/>
                        </a:solidFill>
                        <a:effectLst/>
                        <a:latin typeface="Calibri" panose="020F0502020204030204" pitchFamily="34" charset="0"/>
                      </a:endParaRPr>
                    </a:p>
                  </a:txBody>
                  <a:tcPr marL="6350" marR="6350" marT="6349" marB="0" anchor="ctr"/>
                </a:tc>
                <a:tc>
                  <a:txBody>
                    <a:bodyPr/>
                    <a:lstStyle/>
                    <a:p>
                      <a:pPr marL="72000" algn="l" fontAlgn="ctr"/>
                      <a:r>
                        <a:rPr lang="en-SG" sz="1800" b="0" i="0" u="none" strike="noStrike" dirty="0">
                          <a:solidFill>
                            <a:srgbClr val="000000"/>
                          </a:solidFill>
                          <a:effectLst/>
                          <a:latin typeface="Calibri" panose="020F0502020204030204" pitchFamily="34" charset="0"/>
                        </a:rPr>
                        <a:t>Develop Test Cases &amp; Scripts</a:t>
                      </a:r>
                    </a:p>
                  </a:txBody>
                  <a:tcPr marL="6350" marR="6350" marT="6349" marB="0" anchor="ctr"/>
                </a:tc>
                <a:tc>
                  <a:txBody>
                    <a:bodyPr/>
                    <a:lstStyle/>
                    <a:p>
                      <a:pPr algn="ctr" fontAlgn="ctr"/>
                      <a:r>
                        <a:rPr lang="en-SG" sz="1800" u="none" strike="noStrike" dirty="0">
                          <a:effectLst/>
                        </a:rPr>
                        <a:t> 2</a:t>
                      </a:r>
                      <a:endParaRPr lang="en-SG" sz="1800" b="0" i="0" u="none" strike="noStrike" dirty="0">
                        <a:solidFill>
                          <a:srgbClr val="000000"/>
                        </a:solidFill>
                        <a:effectLst/>
                        <a:latin typeface="Calibri" panose="020F0502020204030204" pitchFamily="34" charset="0"/>
                      </a:endParaRPr>
                    </a:p>
                  </a:txBody>
                  <a:tcPr marL="6350" marR="6350" marT="6349" marB="0" anchor="ctr"/>
                </a:tc>
                <a:extLst>
                  <a:ext uri="{0D108BD9-81ED-4DB2-BD59-A6C34878D82A}">
                    <a16:rowId xmlns:a16="http://schemas.microsoft.com/office/drawing/2014/main" val="10005"/>
                  </a:ext>
                </a:extLst>
              </a:tr>
              <a:tr h="620258">
                <a:tc>
                  <a:txBody>
                    <a:bodyPr/>
                    <a:lstStyle/>
                    <a:p>
                      <a:pPr algn="ctr" fontAlgn="ctr"/>
                      <a:r>
                        <a:rPr lang="en-SG" sz="1800" u="none" strike="noStrike" dirty="0">
                          <a:effectLst/>
                        </a:rPr>
                        <a:t> 6</a:t>
                      </a:r>
                      <a:endParaRPr lang="en-SG" sz="1800" b="0" i="0" u="none" strike="noStrike" dirty="0">
                        <a:solidFill>
                          <a:srgbClr val="000000"/>
                        </a:solidFill>
                        <a:effectLst/>
                        <a:latin typeface="Calibri" panose="020F0502020204030204" pitchFamily="34" charset="0"/>
                      </a:endParaRPr>
                    </a:p>
                  </a:txBody>
                  <a:tcPr marL="6350" marR="6350" marT="6349" marB="0" anchor="ctr"/>
                </a:tc>
                <a:tc>
                  <a:txBody>
                    <a:bodyPr/>
                    <a:lstStyle/>
                    <a:p>
                      <a:pPr marL="72000" marR="0" lvl="0" indent="0" algn="l" defTabSz="342900" rtl="0" eaLnBrk="1" fontAlgn="ctr" latinLnBrk="0" hangingPunct="1">
                        <a:lnSpc>
                          <a:spcPct val="100000"/>
                        </a:lnSpc>
                        <a:spcBef>
                          <a:spcPts val="0"/>
                        </a:spcBef>
                        <a:spcAft>
                          <a:spcPts val="0"/>
                        </a:spcAft>
                        <a:buClrTx/>
                        <a:buSzTx/>
                        <a:buFontTx/>
                        <a:buNone/>
                        <a:tabLst/>
                        <a:defRPr/>
                      </a:pPr>
                      <a:r>
                        <a:rPr lang="en-SG" sz="1800" b="0" i="0" u="none" strike="noStrike" dirty="0">
                          <a:solidFill>
                            <a:srgbClr val="000000"/>
                          </a:solidFill>
                          <a:effectLst/>
                          <a:latin typeface="Calibri" panose="020F0502020204030204" pitchFamily="34" charset="0"/>
                        </a:rPr>
                        <a:t>Execute the Tests &amp; Document the results</a:t>
                      </a:r>
                    </a:p>
                  </a:txBody>
                  <a:tcPr marL="6350" marR="6350" marT="6349" marB="0" anchor="ctr"/>
                </a:tc>
                <a:tc>
                  <a:txBody>
                    <a:bodyPr/>
                    <a:lstStyle/>
                    <a:p>
                      <a:pPr algn="ctr" fontAlgn="ctr"/>
                      <a:r>
                        <a:rPr lang="en-SG" sz="1800" u="none" strike="noStrike" dirty="0">
                          <a:effectLst/>
                        </a:rPr>
                        <a:t> 3</a:t>
                      </a:r>
                      <a:endParaRPr lang="en-SG" sz="1800" b="0" i="0" u="none" strike="noStrike" dirty="0">
                        <a:solidFill>
                          <a:srgbClr val="000000"/>
                        </a:solidFill>
                        <a:effectLst/>
                        <a:latin typeface="Calibri" panose="020F0502020204030204" pitchFamily="34" charset="0"/>
                      </a:endParaRPr>
                    </a:p>
                  </a:txBody>
                  <a:tcPr marL="6350" marR="6350" marT="6349" marB="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2">
            <a:extLst>
              <a:ext uri="{FF2B5EF4-FFF2-40B4-BE49-F238E27FC236}">
                <a16:creationId xmlns:a16="http://schemas.microsoft.com/office/drawing/2014/main" id="{78D747EB-8894-4B97-89EF-EFFF4A4340CD}"/>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8. Milestone Feedback &amp; Action taken</a:t>
            </a:r>
          </a:p>
        </p:txBody>
      </p:sp>
      <p:graphicFrame>
        <p:nvGraphicFramePr>
          <p:cNvPr id="2" name="Table 1">
            <a:extLst>
              <a:ext uri="{FF2B5EF4-FFF2-40B4-BE49-F238E27FC236}">
                <a16:creationId xmlns:a16="http://schemas.microsoft.com/office/drawing/2014/main" id="{695DAF1B-141E-4E7E-8ED7-73B003EF080C}"/>
              </a:ext>
            </a:extLst>
          </p:cNvPr>
          <p:cNvGraphicFramePr>
            <a:graphicFrameLocks noGrp="1"/>
          </p:cNvGraphicFramePr>
          <p:nvPr/>
        </p:nvGraphicFramePr>
        <p:xfrm>
          <a:off x="179388" y="1196975"/>
          <a:ext cx="8785225" cy="5400672"/>
        </p:xfrm>
        <a:graphic>
          <a:graphicData uri="http://schemas.openxmlformats.org/drawingml/2006/table">
            <a:tbl>
              <a:tblPr firstRow="1" bandRow="1">
                <a:tableStyleId>{5C22544A-7EE6-4342-B048-85BDC9FD1C3A}</a:tableStyleId>
              </a:tblPr>
              <a:tblGrid>
                <a:gridCol w="1296180">
                  <a:extLst>
                    <a:ext uri="{9D8B030D-6E8A-4147-A177-3AD203B41FA5}">
                      <a16:colId xmlns:a16="http://schemas.microsoft.com/office/drawing/2014/main" val="20000"/>
                    </a:ext>
                  </a:extLst>
                </a:gridCol>
                <a:gridCol w="4176583">
                  <a:extLst>
                    <a:ext uri="{9D8B030D-6E8A-4147-A177-3AD203B41FA5}">
                      <a16:colId xmlns:a16="http://schemas.microsoft.com/office/drawing/2014/main" val="20001"/>
                    </a:ext>
                  </a:extLst>
                </a:gridCol>
                <a:gridCol w="3312462">
                  <a:extLst>
                    <a:ext uri="{9D8B030D-6E8A-4147-A177-3AD203B41FA5}">
                      <a16:colId xmlns:a16="http://schemas.microsoft.com/office/drawing/2014/main" val="20002"/>
                    </a:ext>
                  </a:extLst>
                </a:gridCol>
              </a:tblGrid>
              <a:tr h="876113">
                <a:tc>
                  <a:txBody>
                    <a:bodyPr/>
                    <a:lstStyle/>
                    <a:p>
                      <a:pPr algn="ctr" fontAlgn="ctr"/>
                      <a:r>
                        <a:rPr lang="en-SG" sz="1800" u="none" strike="noStrike" dirty="0">
                          <a:effectLst/>
                        </a:rPr>
                        <a:t>Project</a:t>
                      </a:r>
                      <a:r>
                        <a:rPr lang="en-SG" sz="1800" u="none" strike="noStrike" baseline="0" dirty="0">
                          <a:effectLst/>
                        </a:rPr>
                        <a:t> Milestone ID </a:t>
                      </a:r>
                      <a:endParaRPr lang="en-SG"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SG" sz="1800" u="none" strike="noStrike" dirty="0">
                          <a:effectLst/>
                        </a:rPr>
                        <a:t>Milestone Feedback received from</a:t>
                      </a:r>
                      <a:r>
                        <a:rPr lang="en-SG" sz="1800" u="none" strike="noStrike" baseline="0" dirty="0">
                          <a:effectLst/>
                        </a:rPr>
                        <a:t> Tutor / Learning Facilitator</a:t>
                      </a:r>
                      <a:endParaRPr lang="en-SG"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SG" sz="1800" u="none" strike="noStrike" dirty="0">
                          <a:solidFill>
                            <a:schemeClr val="bg1"/>
                          </a:solidFill>
                          <a:effectLst/>
                        </a:rPr>
                        <a:t>Action Taken</a:t>
                      </a:r>
                    </a:p>
                    <a:p>
                      <a:pPr algn="ctr" fontAlgn="ctr"/>
                      <a:r>
                        <a:rPr lang="en-SG" sz="1800" b="1" i="0" u="none" strike="noStrike" dirty="0">
                          <a:solidFill>
                            <a:schemeClr val="bg1"/>
                          </a:solidFill>
                          <a:effectLst/>
                          <a:latin typeface="Calibri" panose="020F0502020204030204" pitchFamily="34" charset="0"/>
                        </a:rPr>
                        <a:t>(Yes / No)</a:t>
                      </a:r>
                    </a:p>
                  </a:txBody>
                  <a:tcPr marL="6350" marR="6350" marT="6350" marB="0" anchor="ctr"/>
                </a:tc>
                <a:extLst>
                  <a:ext uri="{0D108BD9-81ED-4DB2-BD59-A6C34878D82A}">
                    <a16:rowId xmlns:a16="http://schemas.microsoft.com/office/drawing/2014/main" val="10000"/>
                  </a:ext>
                </a:extLst>
              </a:tr>
              <a:tr h="348043">
                <a:tc rowSpan="4">
                  <a:txBody>
                    <a:bodyPr/>
                    <a:lstStyle/>
                    <a:p>
                      <a:pPr algn="ctr" fontAlgn="ctr"/>
                      <a:r>
                        <a:rPr lang="en-SG" sz="1800" u="none" strike="noStrike" dirty="0">
                          <a:effectLst/>
                        </a:rPr>
                        <a:t> 1</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1"/>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2"/>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3"/>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4"/>
                  </a:ext>
                </a:extLst>
              </a:tr>
              <a:tr h="348043">
                <a:tc rowSpan="4">
                  <a:txBody>
                    <a:bodyPr/>
                    <a:lstStyle/>
                    <a:p>
                      <a:pPr algn="ctr" fontAlgn="ctr"/>
                      <a:r>
                        <a:rPr lang="en-SG" sz="1800" u="none" strike="noStrike" dirty="0">
                          <a:effectLst/>
                        </a:rPr>
                        <a:t>2</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5"/>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6"/>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7"/>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8"/>
                  </a:ext>
                </a:extLst>
              </a:tr>
              <a:tr h="348043">
                <a:tc rowSpan="5">
                  <a:txBody>
                    <a:bodyPr/>
                    <a:lstStyle/>
                    <a:p>
                      <a:pPr algn="ctr" fontAlgn="ctr"/>
                      <a:r>
                        <a:rPr lang="en-SG" sz="1800" u="none" strike="noStrike" dirty="0">
                          <a:effectLst/>
                        </a:rPr>
                        <a:t>3</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9"/>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10"/>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11"/>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12"/>
                  </a:ext>
                </a:extLst>
              </a:tr>
              <a:tr h="348043">
                <a:tc vMerge="1">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72000" algn="l" fontAlgn="ctr"/>
                      <a:r>
                        <a:rPr lang="en-SG" sz="1800" u="none" strike="noStrike" dirty="0">
                          <a:effectLst/>
                        </a:rPr>
                        <a:t> </a:t>
                      </a:r>
                      <a:endParaRPr lang="en-SG"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en-SG"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1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65004193-7EE2-49D6-8F90-C90ADA1BAE96}"/>
              </a:ext>
            </a:extLst>
          </p:cNvPr>
          <p:cNvSpPr>
            <a:spLocks noGrp="1" noChangeArrowheads="1"/>
          </p:cNvSpPr>
          <p:nvPr>
            <p:ph type="title"/>
          </p:nvPr>
        </p:nvSpPr>
        <p:spPr>
          <a:xfrm>
            <a:off x="179388" y="404813"/>
            <a:ext cx="76327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SG" altLang="en-US" sz="2600" b="0" dirty="0">
                <a:solidFill>
                  <a:srgbClr val="FFFFFF"/>
                </a:solidFill>
                <a:latin typeface="Arial" panose="020B0604020202020204" pitchFamily="34" charset="0"/>
                <a:ea typeface="ヒラギノ角ゴ Pro W3" charset="-128"/>
                <a:cs typeface="Arial" panose="020B0604020202020204" pitchFamily="34" charset="0"/>
              </a:rPr>
              <a:t>9. Modifications Made based On Feedback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
            <a:extLst>
              <a:ext uri="{FF2B5EF4-FFF2-40B4-BE49-F238E27FC236}">
                <a16:creationId xmlns:a16="http://schemas.microsoft.com/office/drawing/2014/main" id="{4ECD1B85-4448-479B-B488-9F907A733850}"/>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10. Project Results</a:t>
            </a:r>
          </a:p>
        </p:txBody>
      </p:sp>
      <p:sp>
        <p:nvSpPr>
          <p:cNvPr id="5" name="Rectangle 4">
            <a:extLst>
              <a:ext uri="{FF2B5EF4-FFF2-40B4-BE49-F238E27FC236}">
                <a16:creationId xmlns:a16="http://schemas.microsoft.com/office/drawing/2014/main" id="{22D17C6E-3CFD-45D3-8588-0EFA389BBE57}"/>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742950" lvl="1" indent="-285750">
              <a:buFont typeface="Wingdings" panose="05000000000000000000" pitchFamily="2" charset="2"/>
              <a:buChar char="§"/>
              <a:defRPr/>
            </a:pPr>
            <a:endParaRPr lang="en-SG" dirty="0">
              <a:solidFill>
                <a:schemeClr val="tx1"/>
              </a:solidFill>
            </a:endParaRPr>
          </a:p>
          <a:p>
            <a:pPr marL="742950" lvl="1" indent="-285750">
              <a:buFont typeface="Wingdings" panose="05000000000000000000" pitchFamily="2" charset="2"/>
              <a:buChar char="§"/>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p:txBody>
      </p:sp>
      <p:pic>
        <p:nvPicPr>
          <p:cNvPr id="2" name="Picture 1">
            <a:extLst>
              <a:ext uri="{FF2B5EF4-FFF2-40B4-BE49-F238E27FC236}">
                <a16:creationId xmlns:a16="http://schemas.microsoft.com/office/drawing/2014/main" id="{2E8872C5-0925-CC54-5906-2D1C139EA05D}"/>
              </a:ext>
            </a:extLst>
          </p:cNvPr>
          <p:cNvPicPr>
            <a:picLocks noChangeAspect="1"/>
          </p:cNvPicPr>
          <p:nvPr/>
        </p:nvPicPr>
        <p:blipFill rotWithShape="1">
          <a:blip r:embed="rId3"/>
          <a:srcRect t="1296"/>
          <a:stretch/>
        </p:blipFill>
        <p:spPr>
          <a:xfrm>
            <a:off x="132854" y="1196975"/>
            <a:ext cx="6928206" cy="4155687"/>
          </a:xfrm>
          <a:prstGeom prst="rect">
            <a:avLst/>
          </a:prstGeom>
        </p:spPr>
      </p:pic>
      <p:pic>
        <p:nvPicPr>
          <p:cNvPr id="3" name="Picture 2">
            <a:extLst>
              <a:ext uri="{FF2B5EF4-FFF2-40B4-BE49-F238E27FC236}">
                <a16:creationId xmlns:a16="http://schemas.microsoft.com/office/drawing/2014/main" id="{8406476A-7A2D-E5C2-60F0-86EA55E933F2}"/>
              </a:ext>
            </a:extLst>
          </p:cNvPr>
          <p:cNvPicPr>
            <a:picLocks noChangeAspect="1"/>
          </p:cNvPicPr>
          <p:nvPr/>
        </p:nvPicPr>
        <p:blipFill rotWithShape="1">
          <a:blip r:embed="rId4"/>
          <a:srcRect t="4211"/>
          <a:stretch/>
        </p:blipFill>
        <p:spPr>
          <a:xfrm>
            <a:off x="164074" y="5013176"/>
            <a:ext cx="6896986" cy="163776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
            <a:extLst>
              <a:ext uri="{FF2B5EF4-FFF2-40B4-BE49-F238E27FC236}">
                <a16:creationId xmlns:a16="http://schemas.microsoft.com/office/drawing/2014/main" id="{4ECD1B85-4448-479B-B488-9F907A733850}"/>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10. Project Results</a:t>
            </a:r>
          </a:p>
        </p:txBody>
      </p:sp>
      <p:sp>
        <p:nvSpPr>
          <p:cNvPr id="5" name="Rectangle 4">
            <a:extLst>
              <a:ext uri="{FF2B5EF4-FFF2-40B4-BE49-F238E27FC236}">
                <a16:creationId xmlns:a16="http://schemas.microsoft.com/office/drawing/2014/main" id="{22D17C6E-3CFD-45D3-8588-0EFA389BBE57}"/>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742950" lvl="1" indent="-285750">
              <a:buFont typeface="Wingdings" panose="05000000000000000000" pitchFamily="2" charset="2"/>
              <a:buChar char="§"/>
              <a:defRPr/>
            </a:pPr>
            <a:endParaRPr lang="en-SG" dirty="0">
              <a:solidFill>
                <a:schemeClr val="tx1"/>
              </a:solidFill>
            </a:endParaRPr>
          </a:p>
          <a:p>
            <a:pPr marL="742950" lvl="1" indent="-285750">
              <a:buFont typeface="Wingdings" panose="05000000000000000000" pitchFamily="2" charset="2"/>
              <a:buChar char="§"/>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p:txBody>
      </p:sp>
      <p:pic>
        <p:nvPicPr>
          <p:cNvPr id="2" name="Picture 1">
            <a:extLst>
              <a:ext uri="{FF2B5EF4-FFF2-40B4-BE49-F238E27FC236}">
                <a16:creationId xmlns:a16="http://schemas.microsoft.com/office/drawing/2014/main" id="{ED12A106-3878-B53F-BE92-EB860A9E2855}"/>
              </a:ext>
            </a:extLst>
          </p:cNvPr>
          <p:cNvPicPr>
            <a:picLocks noChangeAspect="1"/>
          </p:cNvPicPr>
          <p:nvPr/>
        </p:nvPicPr>
        <p:blipFill>
          <a:blip r:embed="rId3"/>
          <a:stretch>
            <a:fillRect/>
          </a:stretch>
        </p:blipFill>
        <p:spPr>
          <a:xfrm>
            <a:off x="107949" y="1200596"/>
            <a:ext cx="8646347" cy="3596556"/>
          </a:xfrm>
          <a:prstGeom prst="rect">
            <a:avLst/>
          </a:prstGeom>
        </p:spPr>
      </p:pic>
    </p:spTree>
    <p:extLst>
      <p:ext uri="{BB962C8B-B14F-4D97-AF65-F5344CB8AC3E}">
        <p14:creationId xmlns:p14="http://schemas.microsoft.com/office/powerpoint/2010/main" val="1212355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2">
            <a:extLst>
              <a:ext uri="{FF2B5EF4-FFF2-40B4-BE49-F238E27FC236}">
                <a16:creationId xmlns:a16="http://schemas.microsoft.com/office/drawing/2014/main" id="{D3AB802A-056F-444A-9970-2144C03AB1E2}"/>
              </a:ext>
            </a:extLst>
          </p:cNvPr>
          <p:cNvSpPr txBox="1">
            <a:spLocks noChangeArrowheads="1"/>
          </p:cNvSpPr>
          <p:nvPr/>
        </p:nvSpPr>
        <p:spPr bwMode="auto">
          <a:xfrm>
            <a:off x="34925" y="404813"/>
            <a:ext cx="66897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r>
              <a:rPr lang="en-US" altLang="en-US" sz="2800" dirty="0">
                <a:solidFill>
                  <a:srgbClr val="FFFFFF"/>
                </a:solidFill>
                <a:cs typeface="Arial" panose="020B0604020202020204" pitchFamily="34" charset="0"/>
              </a:rPr>
              <a:t>11. Proposed Improvements</a:t>
            </a:r>
          </a:p>
        </p:txBody>
      </p:sp>
      <p:sp>
        <p:nvSpPr>
          <p:cNvPr id="5" name="Rectangle 4">
            <a:extLst>
              <a:ext uri="{FF2B5EF4-FFF2-40B4-BE49-F238E27FC236}">
                <a16:creationId xmlns:a16="http://schemas.microsoft.com/office/drawing/2014/main" id="{B9D0CD53-A092-414F-B89B-CA1AE9D05931}"/>
              </a:ext>
            </a:extLst>
          </p:cNvPr>
          <p:cNvSpPr/>
          <p:nvPr/>
        </p:nvSpPr>
        <p:spPr>
          <a:xfrm>
            <a:off x="107950" y="1196975"/>
            <a:ext cx="8856663" cy="5545138"/>
          </a:xfrm>
          <a:prstGeom prst="rect">
            <a:avLst/>
          </a:prstGeom>
          <a:solidFill>
            <a:schemeClr val="bg1">
              <a:lumMod val="9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pPr marL="285750" indent="-285750">
              <a:spcBef>
                <a:spcPts val="600"/>
              </a:spcBef>
              <a:spcAft>
                <a:spcPts val="600"/>
              </a:spcAft>
              <a:buFont typeface="Wingdings" panose="05000000000000000000" pitchFamily="2" charset="2"/>
              <a:buChar char="q"/>
              <a:defRPr/>
            </a:pPr>
            <a:r>
              <a:rPr lang="en-SG" sz="2000" b="1" dirty="0">
                <a:solidFill>
                  <a:schemeClr val="tx1"/>
                </a:solidFill>
              </a:rPr>
              <a:t>List of Improvements</a:t>
            </a:r>
          </a:p>
          <a:p>
            <a:pPr marL="742950" lvl="1" indent="-285750">
              <a:buFont typeface="Wingdings" panose="05000000000000000000" pitchFamily="2" charset="2"/>
              <a:buChar char="§"/>
              <a:defRPr/>
            </a:pPr>
            <a:r>
              <a:rPr lang="en-SG" dirty="0">
                <a:solidFill>
                  <a:schemeClr val="tx1"/>
                </a:solidFill>
              </a:rPr>
              <a:t>Add more Testing method</a:t>
            </a: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a:p>
            <a:pPr marL="285750" indent="-285750">
              <a:buFont typeface="Wingdings" panose="05000000000000000000" pitchFamily="2" charset="2"/>
              <a:buChar char="q"/>
              <a:defRPr/>
            </a:pPr>
            <a:endParaRPr lang="en-SG" dirty="0">
              <a:solidFill>
                <a:schemeClr val="tx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ee7cfa4c9c9d99588569e4929a391d755d23d3c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88647A0A518049BF4ABFF3F6413FD5" ma:contentTypeVersion="10" ma:contentTypeDescription="Create a new document." ma:contentTypeScope="" ma:versionID="93fa5f609a44b960b7a0272d6975834c">
  <xsd:schema xmlns:xsd="http://www.w3.org/2001/XMLSchema" xmlns:xs="http://www.w3.org/2001/XMLSchema" xmlns:p="http://schemas.microsoft.com/office/2006/metadata/properties" xmlns:ns2="cb49ea42-c776-4921-925a-6f2d18d3f7cb" xmlns:ns3="7fb2fad2-2bec-4404-ace4-eb291a679560" targetNamespace="http://schemas.microsoft.com/office/2006/metadata/properties" ma:root="true" ma:fieldsID="7031940ede5a50c2403ad4c677a3c673" ns2:_="" ns3:_="">
    <xsd:import namespace="cb49ea42-c776-4921-925a-6f2d18d3f7cb"/>
    <xsd:import namespace="7fb2fad2-2bec-4404-ace4-eb291a679560"/>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49ea42-c776-4921-925a-6f2d18d3f7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0bf0ac1-f138-411d-9df9-4081be4fdb86"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fb2fad2-2bec-4404-ace4-eb291a679560"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42a1239-6e5d-4b86-a148-387fd8a67a23}" ma:internalName="TaxCatchAll" ma:showField="CatchAllData" ma:web="7fb2fad2-2bec-4404-ace4-eb291a6795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b49ea42-c776-4921-925a-6f2d18d3f7cb">
      <Terms xmlns="http://schemas.microsoft.com/office/infopath/2007/PartnerControls"/>
    </lcf76f155ced4ddcb4097134ff3c332f>
    <TaxCatchAll xmlns="7fb2fad2-2bec-4404-ace4-eb291a67956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95D12A-BEE2-4953-AA50-704755A994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49ea42-c776-4921-925a-6f2d18d3f7cb"/>
    <ds:schemaRef ds:uri="7fb2fad2-2bec-4404-ace4-eb291a6795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F3EE97-662C-45BD-AEBD-57BE7DC9224B}">
  <ds:schemaRefs>
    <ds:schemaRef ds:uri="http://schemas.microsoft.com/office/2006/documentManagement/types"/>
    <ds:schemaRef ds:uri="http://purl.org/dc/elements/1.1/"/>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www.w3.org/XML/1998/namespace"/>
    <ds:schemaRef ds:uri="http://purl.org/dc/dcmitype/"/>
    <ds:schemaRef ds:uri="cb49ea42-c776-4921-925a-6f2d18d3f7cb"/>
    <ds:schemaRef ds:uri="7fb2fad2-2bec-4404-ace4-eb291a679560"/>
  </ds:schemaRefs>
</ds:datastoreItem>
</file>

<file path=customXml/itemProps3.xml><?xml version="1.0" encoding="utf-8"?>
<ds:datastoreItem xmlns:ds="http://schemas.openxmlformats.org/officeDocument/2006/customXml" ds:itemID="{EDB27C0E-C491-47DF-8F62-75D39A655B5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45109</TotalTime>
  <Words>656</Words>
  <Application>Microsoft Office PowerPoint</Application>
  <PresentationFormat>On-screen Show (4:3)</PresentationFormat>
  <Paragraphs>182</Paragraphs>
  <Slides>16</Slides>
  <Notes>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16</vt:i4>
      </vt:variant>
    </vt:vector>
  </HeadingPairs>
  <TitlesOfParts>
    <vt:vector size="26" baseType="lpstr">
      <vt:lpstr>Charlie Text</vt:lpstr>
      <vt:lpstr>Inter</vt:lpstr>
      <vt:lpstr>Arial</vt:lpstr>
      <vt:lpstr>Calibri</vt:lpstr>
      <vt:lpstr>Cambria</vt:lpstr>
      <vt:lpstr>Nunito Sans</vt:lpstr>
      <vt:lpstr>Wingdings</vt:lpstr>
      <vt:lpstr>Office Theme</vt:lpstr>
      <vt:lpstr>1_Office Theme</vt:lpstr>
      <vt:lpstr>2_Office Theme</vt:lpstr>
      <vt:lpstr>Plan, Design, Develop, and Test Report Application </vt:lpstr>
      <vt:lpstr>Contents</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9. Modifications Made based On Feedback</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Joscans</dc:creator>
  <cp:lastModifiedBy>Viddy Purnama</cp:lastModifiedBy>
  <cp:revision>1691</cp:revision>
  <cp:lastPrinted>2015-07-27T02:04:21Z</cp:lastPrinted>
  <dcterms:created xsi:type="dcterms:W3CDTF">2012-01-26T10:45:43Z</dcterms:created>
  <dcterms:modified xsi:type="dcterms:W3CDTF">2022-08-22T10:03:51Z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0x0101008C88647A0A518049BF4ABFF3F6413FD5</vt:lpwstr>
  </property>
</Properties>
</file>